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69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4329E5-AB6D-4B30-B814-A003ADE47F44}" v="20" dt="2025-07-06T21:24:00.581"/>
  </p1510:revLst>
</p1510:revInfo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salem" userId="0daa50836810a26f" providerId="LiveId" clId="{E84329E5-AB6D-4B30-B814-A003ADE47F44}"/>
    <pc:docChg chg="custSel modSld">
      <pc:chgData name="ali salem" userId="0daa50836810a26f" providerId="LiveId" clId="{E84329E5-AB6D-4B30-B814-A003ADE47F44}" dt="2025-07-06T16:49:06.360" v="3" actId="478"/>
      <pc:docMkLst>
        <pc:docMk/>
      </pc:docMkLst>
      <pc:sldChg chg="delSp modSp mod modTransition delAnim">
        <pc:chgData name="ali salem" userId="0daa50836810a26f" providerId="LiveId" clId="{E84329E5-AB6D-4B30-B814-A003ADE47F44}" dt="2025-07-06T16:34:23.438" v="2" actId="478"/>
        <pc:sldMkLst>
          <pc:docMk/>
          <pc:sldMk cId="2862005515" sldId="257"/>
        </pc:sldMkLst>
        <pc:spChg chg="mod">
          <ac:chgData name="ali salem" userId="0daa50836810a26f" providerId="LiveId" clId="{E84329E5-AB6D-4B30-B814-A003ADE47F44}" dt="2025-07-06T16:33:39.193" v="1" actId="1076"/>
          <ac:spMkLst>
            <pc:docMk/>
            <pc:sldMk cId="2862005515" sldId="257"/>
            <ac:spMk id="3" creationId="{C53009BB-C167-02FE-CDEB-51525DA159DD}"/>
          </ac:spMkLst>
        </pc:spChg>
        <pc:picChg chg="del">
          <ac:chgData name="ali salem" userId="0daa50836810a26f" providerId="LiveId" clId="{E84329E5-AB6D-4B30-B814-A003ADE47F44}" dt="2025-07-06T16:34:23.438" v="2" actId="478"/>
          <ac:picMkLst>
            <pc:docMk/>
            <pc:sldMk cId="2862005515" sldId="257"/>
            <ac:picMk id="4" creationId="{DD2A8E62-A802-F7DD-0054-D9C63D422007}"/>
          </ac:picMkLst>
        </pc:picChg>
      </pc:sldChg>
      <pc:sldChg chg="delSp mod delAnim">
        <pc:chgData name="ali salem" userId="0daa50836810a26f" providerId="LiveId" clId="{E84329E5-AB6D-4B30-B814-A003ADE47F44}" dt="2025-07-06T16:49:06.360" v="3" actId="478"/>
        <pc:sldMkLst>
          <pc:docMk/>
          <pc:sldMk cId="3547219689" sldId="259"/>
        </pc:sldMkLst>
        <pc:picChg chg="del">
          <ac:chgData name="ali salem" userId="0daa50836810a26f" providerId="LiveId" clId="{E84329E5-AB6D-4B30-B814-A003ADE47F44}" dt="2025-07-06T16:49:06.360" v="3" actId="478"/>
          <ac:picMkLst>
            <pc:docMk/>
            <pc:sldMk cId="3547219689" sldId="259"/>
            <ac:picMk id="3" creationId="{8AFE5AC4-9789-F82E-85D9-89D9E12FEC5A}"/>
          </ac:picMkLst>
        </pc:picChg>
      </pc:sldChg>
    </pc:docChg>
  </pc:docChgLst>
  <pc:docChgLst>
    <pc:chgData name="Kinza Khan" userId="99a9519226c9f630" providerId="LiveId" clId="{75211723-918B-46BA-92D3-8997671D1E77}"/>
    <pc:docChg chg="undo custSel addSld modSld sldOrd">
      <pc:chgData name="Kinza Khan" userId="99a9519226c9f630" providerId="LiveId" clId="{75211723-918B-46BA-92D3-8997671D1E77}" dt="2025-06-26T22:09:28.765" v="507" actId="242"/>
      <pc:docMkLst>
        <pc:docMk/>
      </pc:docMkLst>
      <pc:sldChg chg="modSp">
        <pc:chgData name="Kinza Khan" userId="99a9519226c9f630" providerId="LiveId" clId="{75211723-918B-46BA-92D3-8997671D1E77}" dt="2025-06-26T21:24:50.812" v="0" actId="16037"/>
        <pc:sldMkLst>
          <pc:docMk/>
          <pc:sldMk cId="622854367" sldId="256"/>
        </pc:sldMkLst>
      </pc:sldChg>
      <pc:sldChg chg="addSp delSp modSp new mod">
        <pc:chgData name="Kinza Khan" userId="99a9519226c9f630" providerId="LiveId" clId="{75211723-918B-46BA-92D3-8997671D1E77}" dt="2025-06-26T21:51:00.767" v="327" actId="14100"/>
        <pc:sldMkLst>
          <pc:docMk/>
          <pc:sldMk cId="2862005515" sldId="257"/>
        </pc:sldMkLst>
        <pc:spChg chg="mod">
          <ac:chgData name="Kinza Khan" userId="99a9519226c9f630" providerId="LiveId" clId="{75211723-918B-46BA-92D3-8997671D1E77}" dt="2025-06-26T21:26:52.525" v="13" actId="114"/>
          <ac:spMkLst>
            <pc:docMk/>
            <pc:sldMk cId="2862005515" sldId="257"/>
            <ac:spMk id="2" creationId="{8EE740DC-DD69-13FE-2B25-4D33325B8C7A}"/>
          </ac:spMkLst>
        </pc:spChg>
        <pc:spChg chg="add del mod">
          <ac:chgData name="Kinza Khan" userId="99a9519226c9f630" providerId="LiveId" clId="{75211723-918B-46BA-92D3-8997671D1E77}" dt="2025-06-26T21:50:52.925" v="323" actId="14100"/>
          <ac:spMkLst>
            <pc:docMk/>
            <pc:sldMk cId="2862005515" sldId="257"/>
            <ac:spMk id="3" creationId="{C53009BB-C167-02FE-CDEB-51525DA159DD}"/>
          </ac:spMkLst>
        </pc:spChg>
        <pc:picChg chg="add mod">
          <ac:chgData name="Kinza Khan" userId="99a9519226c9f630" providerId="LiveId" clId="{75211723-918B-46BA-92D3-8997671D1E77}" dt="2025-06-26T21:51:00.767" v="327" actId="14100"/>
          <ac:picMkLst>
            <pc:docMk/>
            <pc:sldMk cId="2862005515" sldId="257"/>
            <ac:picMk id="2051" creationId="{A9223E67-D9A6-6076-29A1-21A1FE13A204}"/>
          </ac:picMkLst>
        </pc:picChg>
      </pc:sldChg>
      <pc:sldChg chg="addSp delSp modSp new mod">
        <pc:chgData name="Kinza Khan" userId="99a9519226c9f630" providerId="LiveId" clId="{75211723-918B-46BA-92D3-8997671D1E77}" dt="2025-06-26T21:28:44.701" v="43" actId="2710"/>
        <pc:sldMkLst>
          <pc:docMk/>
          <pc:sldMk cId="2160069299" sldId="258"/>
        </pc:sldMkLst>
        <pc:spChg chg="mod">
          <ac:chgData name="Kinza Khan" userId="99a9519226c9f630" providerId="LiveId" clId="{75211723-918B-46BA-92D3-8997671D1E77}" dt="2025-06-26T21:27:42.292" v="31" actId="122"/>
          <ac:spMkLst>
            <pc:docMk/>
            <pc:sldMk cId="2160069299" sldId="258"/>
            <ac:spMk id="2" creationId="{7A78DC38-2069-139B-D42D-D79D76B2C689}"/>
          </ac:spMkLst>
        </pc:spChg>
        <pc:graphicFrameChg chg="add mod modGraphic">
          <ac:chgData name="Kinza Khan" userId="99a9519226c9f630" providerId="LiveId" clId="{75211723-918B-46BA-92D3-8997671D1E77}" dt="2025-06-26T21:28:44.701" v="43" actId="2710"/>
          <ac:graphicFrameMkLst>
            <pc:docMk/>
            <pc:sldMk cId="2160069299" sldId="258"/>
            <ac:graphicFrameMk id="4" creationId="{526482E6-A7E3-1F58-B2B6-CC178625B3E4}"/>
          </ac:graphicFrameMkLst>
        </pc:graphicFrameChg>
      </pc:sldChg>
      <pc:sldChg chg="addSp delSp modSp new mod">
        <pc:chgData name="Kinza Khan" userId="99a9519226c9f630" providerId="LiveId" clId="{75211723-918B-46BA-92D3-8997671D1E77}" dt="2025-06-26T21:30:23.275" v="67" actId="14100"/>
        <pc:sldMkLst>
          <pc:docMk/>
          <pc:sldMk cId="3547219689" sldId="259"/>
        </pc:sldMkLst>
        <pc:spChg chg="mod">
          <ac:chgData name="Kinza Khan" userId="99a9519226c9f630" providerId="LiveId" clId="{75211723-918B-46BA-92D3-8997671D1E77}" dt="2025-06-26T21:29:05.489" v="47" actId="114"/>
          <ac:spMkLst>
            <pc:docMk/>
            <pc:sldMk cId="3547219689" sldId="259"/>
            <ac:spMk id="2" creationId="{969E9EE1-78F8-105A-9474-9BD1BE5F9CB4}"/>
          </ac:spMkLst>
        </pc:spChg>
        <pc:graphicFrameChg chg="add mod modGraphic">
          <ac:chgData name="Kinza Khan" userId="99a9519226c9f630" providerId="LiveId" clId="{75211723-918B-46BA-92D3-8997671D1E77}" dt="2025-06-26T21:30:23.275" v="67" actId="14100"/>
          <ac:graphicFrameMkLst>
            <pc:docMk/>
            <pc:sldMk cId="3547219689" sldId="259"/>
            <ac:graphicFrameMk id="4" creationId="{4B4D500D-FD19-7736-F47A-863F6FB691B5}"/>
          </ac:graphicFrameMkLst>
        </pc:graphicFrameChg>
      </pc:sldChg>
      <pc:sldChg chg="addSp modSp new mod">
        <pc:chgData name="Kinza Khan" userId="99a9519226c9f630" providerId="LiveId" clId="{75211723-918B-46BA-92D3-8997671D1E77}" dt="2025-06-26T21:45:14.886" v="239" actId="14100"/>
        <pc:sldMkLst>
          <pc:docMk/>
          <pc:sldMk cId="24260002" sldId="260"/>
        </pc:sldMkLst>
        <pc:spChg chg="mod">
          <ac:chgData name="Kinza Khan" userId="99a9519226c9f630" providerId="LiveId" clId="{75211723-918B-46BA-92D3-8997671D1E77}" dt="2025-06-26T21:30:46.755" v="71" actId="122"/>
          <ac:spMkLst>
            <pc:docMk/>
            <pc:sldMk cId="24260002" sldId="260"/>
            <ac:spMk id="2" creationId="{F0725A18-DAE9-B6C3-08EA-0091326DAA18}"/>
          </ac:spMkLst>
        </pc:spChg>
        <pc:spChg chg="mod">
          <ac:chgData name="Kinza Khan" userId="99a9519226c9f630" providerId="LiveId" clId="{75211723-918B-46BA-92D3-8997671D1E77}" dt="2025-06-26T21:45:14.886" v="239" actId="14100"/>
          <ac:spMkLst>
            <pc:docMk/>
            <pc:sldMk cId="24260002" sldId="260"/>
            <ac:spMk id="3" creationId="{F64FCD67-0304-40F6-9B81-2388377B6A68}"/>
          </ac:spMkLst>
        </pc:spChg>
        <pc:picChg chg="add mod">
          <ac:chgData name="Kinza Khan" userId="99a9519226c9f630" providerId="LiveId" clId="{75211723-918B-46BA-92D3-8997671D1E77}" dt="2025-06-26T21:45:02.381" v="237" actId="1076"/>
          <ac:picMkLst>
            <pc:docMk/>
            <pc:sldMk cId="24260002" sldId="260"/>
            <ac:picMk id="8196" creationId="{C6346237-37C4-F05A-D985-21CF50B73CAB}"/>
          </ac:picMkLst>
        </pc:picChg>
      </pc:sldChg>
      <pc:sldChg chg="addSp delSp modSp new mod">
        <pc:chgData name="Kinza Khan" userId="99a9519226c9f630" providerId="LiveId" clId="{75211723-918B-46BA-92D3-8997671D1E77}" dt="2025-06-26T21:43:56.169" v="228" actId="1076"/>
        <pc:sldMkLst>
          <pc:docMk/>
          <pc:sldMk cId="424537377" sldId="261"/>
        </pc:sldMkLst>
        <pc:spChg chg="mod">
          <ac:chgData name="Kinza Khan" userId="99a9519226c9f630" providerId="LiveId" clId="{75211723-918B-46BA-92D3-8997671D1E77}" dt="2025-06-26T21:31:38.727" v="89" actId="114"/>
          <ac:spMkLst>
            <pc:docMk/>
            <pc:sldMk cId="424537377" sldId="261"/>
            <ac:spMk id="2" creationId="{B4493B8B-2562-7011-57B4-EFF062F5BD3E}"/>
          </ac:spMkLst>
        </pc:spChg>
        <pc:graphicFrameChg chg="add mod modGraphic">
          <ac:chgData name="Kinza Khan" userId="99a9519226c9f630" providerId="LiveId" clId="{75211723-918B-46BA-92D3-8997671D1E77}" dt="2025-06-26T21:43:56.169" v="228" actId="1076"/>
          <ac:graphicFrameMkLst>
            <pc:docMk/>
            <pc:sldMk cId="424537377" sldId="261"/>
            <ac:graphicFrameMk id="4" creationId="{E888637D-8E5D-04A4-9D73-CC56E16160DF}"/>
          </ac:graphicFrameMkLst>
        </pc:graphicFrameChg>
      </pc:sldChg>
      <pc:sldChg chg="addSp delSp modSp new mod">
        <pc:chgData name="Kinza Khan" userId="99a9519226c9f630" providerId="LiveId" clId="{75211723-918B-46BA-92D3-8997671D1E77}" dt="2025-06-26T21:46:03.842" v="262" actId="20577"/>
        <pc:sldMkLst>
          <pc:docMk/>
          <pc:sldMk cId="3545535739" sldId="262"/>
        </pc:sldMkLst>
        <pc:spChg chg="mod">
          <ac:chgData name="Kinza Khan" userId="99a9519226c9f630" providerId="LiveId" clId="{75211723-918B-46BA-92D3-8997671D1E77}" dt="2025-06-26T21:32:05.970" v="93" actId="114"/>
          <ac:spMkLst>
            <pc:docMk/>
            <pc:sldMk cId="3545535739" sldId="262"/>
            <ac:spMk id="2" creationId="{618C84EA-352A-445B-E7E4-BE4B5CA7551D}"/>
          </ac:spMkLst>
        </pc:spChg>
        <pc:graphicFrameChg chg="add mod modGraphic">
          <ac:chgData name="Kinza Khan" userId="99a9519226c9f630" providerId="LiveId" clId="{75211723-918B-46BA-92D3-8997671D1E77}" dt="2025-06-26T21:46:03.842" v="262" actId="20577"/>
          <ac:graphicFrameMkLst>
            <pc:docMk/>
            <pc:sldMk cId="3545535739" sldId="262"/>
            <ac:graphicFrameMk id="4" creationId="{5C4B117E-71A5-1C98-6164-A0DDECE0AC74}"/>
          </ac:graphicFrameMkLst>
        </pc:graphicFrameChg>
      </pc:sldChg>
      <pc:sldChg chg="addSp delSp modSp new mod">
        <pc:chgData name="Kinza Khan" userId="99a9519226c9f630" providerId="LiveId" clId="{75211723-918B-46BA-92D3-8997671D1E77}" dt="2025-06-26T21:52:47.973" v="341" actId="2710"/>
        <pc:sldMkLst>
          <pc:docMk/>
          <pc:sldMk cId="3970345858" sldId="263"/>
        </pc:sldMkLst>
        <pc:spChg chg="mod">
          <ac:chgData name="Kinza Khan" userId="99a9519226c9f630" providerId="LiveId" clId="{75211723-918B-46BA-92D3-8997671D1E77}" dt="2025-06-26T21:33:02.388" v="97" actId="122"/>
          <ac:spMkLst>
            <pc:docMk/>
            <pc:sldMk cId="3970345858" sldId="263"/>
            <ac:spMk id="2" creationId="{613BC1DD-9F03-362B-EB5C-CF4590B8E2F6}"/>
          </ac:spMkLst>
        </pc:spChg>
        <pc:graphicFrameChg chg="add mod modGraphic">
          <ac:chgData name="Kinza Khan" userId="99a9519226c9f630" providerId="LiveId" clId="{75211723-918B-46BA-92D3-8997671D1E77}" dt="2025-06-26T21:52:47.973" v="341" actId="2710"/>
          <ac:graphicFrameMkLst>
            <pc:docMk/>
            <pc:sldMk cId="3970345858" sldId="263"/>
            <ac:graphicFrameMk id="6" creationId="{536B7633-A133-4DB2-BEA2-E9B655C0A1DB}"/>
          </ac:graphicFrameMkLst>
        </pc:graphicFrameChg>
      </pc:sldChg>
      <pc:sldChg chg="addSp delSp modSp new mod">
        <pc:chgData name="Kinza Khan" userId="99a9519226c9f630" providerId="LiveId" clId="{75211723-918B-46BA-92D3-8997671D1E77}" dt="2025-06-26T21:55:08.519" v="375"/>
        <pc:sldMkLst>
          <pc:docMk/>
          <pc:sldMk cId="286217058" sldId="264"/>
        </pc:sldMkLst>
        <pc:spChg chg="mod">
          <ac:chgData name="Kinza Khan" userId="99a9519226c9f630" providerId="LiveId" clId="{75211723-918B-46BA-92D3-8997671D1E77}" dt="2025-06-26T21:34:25.092" v="115" actId="122"/>
          <ac:spMkLst>
            <pc:docMk/>
            <pc:sldMk cId="286217058" sldId="264"/>
            <ac:spMk id="2" creationId="{9ADB5AE8-32EA-5FE0-D49E-07FBC335C8BF}"/>
          </ac:spMkLst>
        </pc:spChg>
        <pc:graphicFrameChg chg="add mod modGraphic">
          <ac:chgData name="Kinza Khan" userId="99a9519226c9f630" providerId="LiveId" clId="{75211723-918B-46BA-92D3-8997671D1E77}" dt="2025-06-26T21:55:08.519" v="375"/>
          <ac:graphicFrameMkLst>
            <pc:docMk/>
            <pc:sldMk cId="286217058" sldId="264"/>
            <ac:graphicFrameMk id="4" creationId="{1C716E16-ACC6-4B2C-D552-B96533D1F0F9}"/>
          </ac:graphicFrameMkLst>
        </pc:graphicFrameChg>
      </pc:sldChg>
      <pc:sldChg chg="addSp delSp modSp new mod">
        <pc:chgData name="Kinza Khan" userId="99a9519226c9f630" providerId="LiveId" clId="{75211723-918B-46BA-92D3-8997671D1E77}" dt="2025-06-26T22:01:55.715" v="441" actId="2710"/>
        <pc:sldMkLst>
          <pc:docMk/>
          <pc:sldMk cId="914593597" sldId="265"/>
        </pc:sldMkLst>
        <pc:spChg chg="mod">
          <ac:chgData name="Kinza Khan" userId="99a9519226c9f630" providerId="LiveId" clId="{75211723-918B-46BA-92D3-8997671D1E77}" dt="2025-06-26T21:35:26.265" v="130" actId="122"/>
          <ac:spMkLst>
            <pc:docMk/>
            <pc:sldMk cId="914593597" sldId="265"/>
            <ac:spMk id="2" creationId="{6CAD60D7-640B-C3B5-4997-7321A7926DF8}"/>
          </ac:spMkLst>
        </pc:spChg>
        <pc:graphicFrameChg chg="add mod modGraphic">
          <ac:chgData name="Kinza Khan" userId="99a9519226c9f630" providerId="LiveId" clId="{75211723-918B-46BA-92D3-8997671D1E77}" dt="2025-06-26T22:01:55.715" v="441" actId="2710"/>
          <ac:graphicFrameMkLst>
            <pc:docMk/>
            <pc:sldMk cId="914593597" sldId="265"/>
            <ac:graphicFrameMk id="4" creationId="{A2B0423E-F6B2-A1DD-25CF-EB93DA03FA8D}"/>
          </ac:graphicFrameMkLst>
        </pc:graphicFrameChg>
      </pc:sldChg>
      <pc:sldChg chg="addSp modSp new mod">
        <pc:chgData name="Kinza Khan" userId="99a9519226c9f630" providerId="LiveId" clId="{75211723-918B-46BA-92D3-8997671D1E77}" dt="2025-06-26T21:56:57.930" v="388" actId="14100"/>
        <pc:sldMkLst>
          <pc:docMk/>
          <pc:sldMk cId="3662010606" sldId="266"/>
        </pc:sldMkLst>
        <pc:spChg chg="mod">
          <ac:chgData name="Kinza Khan" userId="99a9519226c9f630" providerId="LiveId" clId="{75211723-918B-46BA-92D3-8997671D1E77}" dt="2025-06-26T21:35:55.437" v="140" actId="122"/>
          <ac:spMkLst>
            <pc:docMk/>
            <pc:sldMk cId="3662010606" sldId="266"/>
            <ac:spMk id="2" creationId="{607F7A17-4097-427E-1A96-5F689AF7ACED}"/>
          </ac:spMkLst>
        </pc:spChg>
        <pc:spChg chg="mod">
          <ac:chgData name="Kinza Khan" userId="99a9519226c9f630" providerId="LiveId" clId="{75211723-918B-46BA-92D3-8997671D1E77}" dt="2025-06-26T21:56:54.724" v="386" actId="14100"/>
          <ac:spMkLst>
            <pc:docMk/>
            <pc:sldMk cId="3662010606" sldId="266"/>
            <ac:spMk id="3" creationId="{EEF79BBE-EC39-77D9-51B7-FDCEDEBF1DAD}"/>
          </ac:spMkLst>
        </pc:spChg>
        <pc:picChg chg="add mod">
          <ac:chgData name="Kinza Khan" userId="99a9519226c9f630" providerId="LiveId" clId="{75211723-918B-46BA-92D3-8997671D1E77}" dt="2025-06-26T21:56:57.930" v="388" actId="14100"/>
          <ac:picMkLst>
            <pc:docMk/>
            <pc:sldMk cId="3662010606" sldId="266"/>
            <ac:picMk id="13314" creationId="{F0CB4C46-B714-B367-2AD5-08DF7C4AB45D}"/>
          </ac:picMkLst>
        </pc:picChg>
      </pc:sldChg>
      <pc:sldChg chg="addSp delSp modSp new mod">
        <pc:chgData name="Kinza Khan" userId="99a9519226c9f630" providerId="LiveId" clId="{75211723-918B-46BA-92D3-8997671D1E77}" dt="2025-06-26T21:58:44.838" v="411" actId="113"/>
        <pc:sldMkLst>
          <pc:docMk/>
          <pc:sldMk cId="366773034" sldId="267"/>
        </pc:sldMkLst>
        <pc:spChg chg="mod">
          <ac:chgData name="Kinza Khan" userId="99a9519226c9f630" providerId="LiveId" clId="{75211723-918B-46BA-92D3-8997671D1E77}" dt="2025-06-26T21:36:59.167" v="156" actId="122"/>
          <ac:spMkLst>
            <pc:docMk/>
            <pc:sldMk cId="366773034" sldId="267"/>
            <ac:spMk id="2" creationId="{DE7943FA-DE6C-C1A7-CADC-779E6A3884FC}"/>
          </ac:spMkLst>
        </pc:spChg>
        <pc:graphicFrameChg chg="add mod modGraphic">
          <ac:chgData name="Kinza Khan" userId="99a9519226c9f630" providerId="LiveId" clId="{75211723-918B-46BA-92D3-8997671D1E77}" dt="2025-06-26T21:58:44.838" v="411" actId="113"/>
          <ac:graphicFrameMkLst>
            <pc:docMk/>
            <pc:sldMk cId="366773034" sldId="267"/>
            <ac:graphicFrameMk id="5" creationId="{D1D57219-9E92-3A62-8189-BC59F95F7B68}"/>
          </ac:graphicFrameMkLst>
        </pc:graphicFrameChg>
      </pc:sldChg>
      <pc:sldChg chg="addSp delSp modSp new mod">
        <pc:chgData name="Kinza Khan" userId="99a9519226c9f630" providerId="LiveId" clId="{75211723-918B-46BA-92D3-8997671D1E77}" dt="2025-06-26T21:48:09.658" v="282" actId="2710"/>
        <pc:sldMkLst>
          <pc:docMk/>
          <pc:sldMk cId="2125496164" sldId="268"/>
        </pc:sldMkLst>
        <pc:spChg chg="mod">
          <ac:chgData name="Kinza Khan" userId="99a9519226c9f630" providerId="LiveId" clId="{75211723-918B-46BA-92D3-8997671D1E77}" dt="2025-06-26T21:37:44.146" v="174" actId="122"/>
          <ac:spMkLst>
            <pc:docMk/>
            <pc:sldMk cId="2125496164" sldId="268"/>
            <ac:spMk id="2" creationId="{B8182539-43A0-C5E9-2405-B2F43472F144}"/>
          </ac:spMkLst>
        </pc:spChg>
        <pc:graphicFrameChg chg="add mod modGraphic">
          <ac:chgData name="Kinza Khan" userId="99a9519226c9f630" providerId="LiveId" clId="{75211723-918B-46BA-92D3-8997671D1E77}" dt="2025-06-26T21:48:09.658" v="282" actId="2710"/>
          <ac:graphicFrameMkLst>
            <pc:docMk/>
            <pc:sldMk cId="2125496164" sldId="268"/>
            <ac:graphicFrameMk id="5" creationId="{77A22CD3-809A-B99D-9F39-7672FA52112B}"/>
          </ac:graphicFrameMkLst>
        </pc:graphicFrameChg>
      </pc:sldChg>
      <pc:sldChg chg="addSp delSp modSp new mod ord modClrScheme chgLayout">
        <pc:chgData name="Kinza Khan" userId="99a9519226c9f630" providerId="LiveId" clId="{75211723-918B-46BA-92D3-8997671D1E77}" dt="2025-06-26T21:42:54.824" v="213"/>
        <pc:sldMkLst>
          <pc:docMk/>
          <pc:sldMk cId="1954006368" sldId="269"/>
        </pc:sldMkLst>
        <pc:spChg chg="mod ord">
          <ac:chgData name="Kinza Khan" userId="99a9519226c9f630" providerId="LiveId" clId="{75211723-918B-46BA-92D3-8997671D1E77}" dt="2025-06-26T21:42:48.437" v="211" actId="1076"/>
          <ac:spMkLst>
            <pc:docMk/>
            <pc:sldMk cId="1954006368" sldId="269"/>
            <ac:spMk id="2" creationId="{5FEC949B-C5B6-4260-D0F2-C47010670C71}"/>
          </ac:spMkLst>
        </pc:spChg>
        <pc:spChg chg="add del mod ord">
          <ac:chgData name="Kinza Khan" userId="99a9519226c9f630" providerId="LiveId" clId="{75211723-918B-46BA-92D3-8997671D1E77}" dt="2025-06-26T21:42:34.551" v="206" actId="700"/>
          <ac:spMkLst>
            <pc:docMk/>
            <pc:sldMk cId="1954006368" sldId="269"/>
            <ac:spMk id="3" creationId="{2764482A-B4D7-78A1-0418-00DF90DAC291}"/>
          </ac:spMkLst>
        </pc:spChg>
      </pc:sldChg>
      <pc:sldChg chg="addSp delSp modSp new mod">
        <pc:chgData name="Kinza Khan" userId="99a9519226c9f630" providerId="LiveId" clId="{75211723-918B-46BA-92D3-8997671D1E77}" dt="2025-06-26T21:49:28.072" v="304" actId="122"/>
        <pc:sldMkLst>
          <pc:docMk/>
          <pc:sldMk cId="1455532945" sldId="270"/>
        </pc:sldMkLst>
        <pc:spChg chg="mod">
          <ac:chgData name="Kinza Khan" userId="99a9519226c9f630" providerId="LiveId" clId="{75211723-918B-46BA-92D3-8997671D1E77}" dt="2025-06-26T21:49:28.072" v="304" actId="122"/>
          <ac:spMkLst>
            <pc:docMk/>
            <pc:sldMk cId="1455532945" sldId="270"/>
            <ac:spMk id="2" creationId="{17B6A162-936C-C44F-D785-3A8766079940}"/>
          </ac:spMkLst>
        </pc:spChg>
        <pc:graphicFrameChg chg="add mod modGraphic">
          <ac:chgData name="Kinza Khan" userId="99a9519226c9f630" providerId="LiveId" clId="{75211723-918B-46BA-92D3-8997671D1E77}" dt="2025-06-26T21:49:14.697" v="300"/>
          <ac:graphicFrameMkLst>
            <pc:docMk/>
            <pc:sldMk cId="1455532945" sldId="270"/>
            <ac:graphicFrameMk id="5" creationId="{DC610F91-8A2B-B26D-D4AE-F860F46A7E5A}"/>
          </ac:graphicFrameMkLst>
        </pc:graphicFrameChg>
      </pc:sldChg>
      <pc:sldChg chg="addSp delSp modSp new mod">
        <pc:chgData name="Kinza Khan" userId="99a9519226c9f630" providerId="LiveId" clId="{75211723-918B-46BA-92D3-8997671D1E77}" dt="2025-06-26T21:50:21.923" v="322" actId="2710"/>
        <pc:sldMkLst>
          <pc:docMk/>
          <pc:sldMk cId="2611745494" sldId="271"/>
        </pc:sldMkLst>
        <pc:spChg chg="mod">
          <ac:chgData name="Kinza Khan" userId="99a9519226c9f630" providerId="LiveId" clId="{75211723-918B-46BA-92D3-8997671D1E77}" dt="2025-06-26T21:49:38.318" v="308" actId="122"/>
          <ac:spMkLst>
            <pc:docMk/>
            <pc:sldMk cId="2611745494" sldId="271"/>
            <ac:spMk id="2" creationId="{68DA4B40-28B2-0BB6-66DC-73093C5ADD9B}"/>
          </ac:spMkLst>
        </pc:spChg>
        <pc:graphicFrameChg chg="add mod modGraphic">
          <ac:chgData name="Kinza Khan" userId="99a9519226c9f630" providerId="LiveId" clId="{75211723-918B-46BA-92D3-8997671D1E77}" dt="2025-06-26T21:50:21.923" v="322" actId="2710"/>
          <ac:graphicFrameMkLst>
            <pc:docMk/>
            <pc:sldMk cId="2611745494" sldId="271"/>
            <ac:graphicFrameMk id="5" creationId="{1FAD6588-EBB7-3CB2-DD12-EF89C57E3566}"/>
          </ac:graphicFrameMkLst>
        </pc:graphicFrameChg>
      </pc:sldChg>
      <pc:sldChg chg="addSp delSp modSp new mod modClrScheme chgLayout">
        <pc:chgData name="Kinza Khan" userId="99a9519226c9f630" providerId="LiveId" clId="{75211723-918B-46BA-92D3-8997671D1E77}" dt="2025-06-26T22:09:28.765" v="507" actId="242"/>
        <pc:sldMkLst>
          <pc:docMk/>
          <pc:sldMk cId="1506046604" sldId="27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6D5D90-C9A9-4B64-B36F-5F1A74E8DAC5}" type="doc">
      <dgm:prSet loTypeId="urn:microsoft.com/office/officeart/2005/8/layout/list1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5D79D2C-183C-47C9-9CC7-7E73561EAEC5}">
      <dgm:prSet custT="1"/>
      <dgm:spPr/>
      <dgm:t>
        <a:bodyPr/>
        <a:lstStyle/>
        <a:p>
          <a:pPr algn="just">
            <a:lnSpc>
              <a:spcPct val="150000"/>
            </a:lnSpc>
          </a:pPr>
          <a:r>
            <a:rPr lang="en-US" sz="1800"/>
            <a:t>What are the main cybersecurity threats affecting IoMT systems?</a:t>
          </a:r>
        </a:p>
      </dgm:t>
    </dgm:pt>
    <dgm:pt modelId="{2741C5E9-7B46-46DE-BBD4-C2041A50307A}" type="parTrans" cxnId="{C950D987-9C82-4DD6-818D-91A5928B992C}">
      <dgm:prSet/>
      <dgm:spPr/>
      <dgm:t>
        <a:bodyPr/>
        <a:lstStyle/>
        <a:p>
          <a:endParaRPr lang="en-US"/>
        </a:p>
      </dgm:t>
    </dgm:pt>
    <dgm:pt modelId="{4FA6FA24-D087-4E57-A406-C226BA3E96CF}" type="sibTrans" cxnId="{C950D987-9C82-4DD6-818D-91A5928B992C}">
      <dgm:prSet/>
      <dgm:spPr/>
      <dgm:t>
        <a:bodyPr/>
        <a:lstStyle/>
        <a:p>
          <a:endParaRPr lang="en-US"/>
        </a:p>
      </dgm:t>
    </dgm:pt>
    <dgm:pt modelId="{1BD1B64E-BF1B-45BF-B488-2E8C3BE6A1C3}">
      <dgm:prSet custT="1"/>
      <dgm:spPr/>
      <dgm:t>
        <a:bodyPr/>
        <a:lstStyle/>
        <a:p>
          <a:pPr algn="just">
            <a:lnSpc>
              <a:spcPct val="150000"/>
            </a:lnSpc>
          </a:pPr>
          <a:r>
            <a:rPr lang="en-US" sz="1800" dirty="0"/>
            <a:t>How effective are current protection mechanisms in mitigating these threats?</a:t>
          </a:r>
        </a:p>
      </dgm:t>
    </dgm:pt>
    <dgm:pt modelId="{9FD6232B-2361-41A8-B74D-54C6B051724A}" type="parTrans" cxnId="{AB0A93A0-651A-401D-AA81-BAE27D7AFEF1}">
      <dgm:prSet/>
      <dgm:spPr/>
      <dgm:t>
        <a:bodyPr/>
        <a:lstStyle/>
        <a:p>
          <a:endParaRPr lang="en-US"/>
        </a:p>
      </dgm:t>
    </dgm:pt>
    <dgm:pt modelId="{18D65185-1DC9-4B71-BFD0-1F8318632B2B}" type="sibTrans" cxnId="{AB0A93A0-651A-401D-AA81-BAE27D7AFEF1}">
      <dgm:prSet/>
      <dgm:spPr/>
      <dgm:t>
        <a:bodyPr/>
        <a:lstStyle/>
        <a:p>
          <a:endParaRPr lang="en-US"/>
        </a:p>
      </dgm:t>
    </dgm:pt>
    <dgm:pt modelId="{41639800-7497-4CAF-B85C-01B287D1C55B}">
      <dgm:prSet custT="1"/>
      <dgm:spPr/>
      <dgm:t>
        <a:bodyPr/>
        <a:lstStyle/>
        <a:p>
          <a:pPr algn="just">
            <a:lnSpc>
              <a:spcPct val="150000"/>
            </a:lnSpc>
          </a:pPr>
          <a:r>
            <a:rPr lang="en-US" sz="1800" dirty="0"/>
            <a:t>Can artificial intelligence enhance the cybersecurity posture of IoMT infrastructure?</a:t>
          </a:r>
        </a:p>
      </dgm:t>
    </dgm:pt>
    <dgm:pt modelId="{37153F8F-22D6-4739-8B35-CA63C27BF589}" type="parTrans" cxnId="{58836AD9-8386-4723-81B9-2B42B5EF7FF4}">
      <dgm:prSet/>
      <dgm:spPr/>
      <dgm:t>
        <a:bodyPr/>
        <a:lstStyle/>
        <a:p>
          <a:endParaRPr lang="en-US"/>
        </a:p>
      </dgm:t>
    </dgm:pt>
    <dgm:pt modelId="{C24011AD-F172-489C-A87A-9CE01ADDDAF0}" type="sibTrans" cxnId="{58836AD9-8386-4723-81B9-2B42B5EF7FF4}">
      <dgm:prSet/>
      <dgm:spPr/>
      <dgm:t>
        <a:bodyPr/>
        <a:lstStyle/>
        <a:p>
          <a:endParaRPr lang="en-US"/>
        </a:p>
      </dgm:t>
    </dgm:pt>
    <dgm:pt modelId="{C5640820-C763-4C62-93EF-9CB369E0281F}" type="pres">
      <dgm:prSet presAssocID="{446D5D90-C9A9-4B64-B36F-5F1A74E8DAC5}" presName="linear" presStyleCnt="0">
        <dgm:presLayoutVars>
          <dgm:dir/>
          <dgm:animLvl val="lvl"/>
          <dgm:resizeHandles val="exact"/>
        </dgm:presLayoutVars>
      </dgm:prSet>
      <dgm:spPr/>
    </dgm:pt>
    <dgm:pt modelId="{89553B5E-B1E1-4EB3-86D2-2E0AA8DEA425}" type="pres">
      <dgm:prSet presAssocID="{05D79D2C-183C-47C9-9CC7-7E73561EAEC5}" presName="parentLin" presStyleCnt="0"/>
      <dgm:spPr/>
    </dgm:pt>
    <dgm:pt modelId="{83C022D9-E585-44F2-B18D-66BF84551B9C}" type="pres">
      <dgm:prSet presAssocID="{05D79D2C-183C-47C9-9CC7-7E73561EAEC5}" presName="parentLeftMargin" presStyleLbl="node1" presStyleIdx="0" presStyleCnt="3"/>
      <dgm:spPr/>
    </dgm:pt>
    <dgm:pt modelId="{563E4923-98E1-4C32-9E5E-5F29AB7C4BC6}" type="pres">
      <dgm:prSet presAssocID="{05D79D2C-183C-47C9-9CC7-7E73561EAEC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A7424D3-7F38-4B8A-98AF-D7961FAE69D5}" type="pres">
      <dgm:prSet presAssocID="{05D79D2C-183C-47C9-9CC7-7E73561EAEC5}" presName="negativeSpace" presStyleCnt="0"/>
      <dgm:spPr/>
    </dgm:pt>
    <dgm:pt modelId="{DE72EEA2-09B8-451A-A699-51FCD44847E9}" type="pres">
      <dgm:prSet presAssocID="{05D79D2C-183C-47C9-9CC7-7E73561EAEC5}" presName="childText" presStyleLbl="conFgAcc1" presStyleIdx="0" presStyleCnt="3">
        <dgm:presLayoutVars>
          <dgm:bulletEnabled val="1"/>
        </dgm:presLayoutVars>
      </dgm:prSet>
      <dgm:spPr/>
    </dgm:pt>
    <dgm:pt modelId="{6E58C2C4-48B0-4C70-96B8-4C59B5E036DD}" type="pres">
      <dgm:prSet presAssocID="{4FA6FA24-D087-4E57-A406-C226BA3E96CF}" presName="spaceBetweenRectangles" presStyleCnt="0"/>
      <dgm:spPr/>
    </dgm:pt>
    <dgm:pt modelId="{41E28437-0334-4E98-A1B2-AAB873E3B31F}" type="pres">
      <dgm:prSet presAssocID="{1BD1B64E-BF1B-45BF-B488-2E8C3BE6A1C3}" presName="parentLin" presStyleCnt="0"/>
      <dgm:spPr/>
    </dgm:pt>
    <dgm:pt modelId="{8E9F6A37-9C75-47F2-B396-0C62412FC033}" type="pres">
      <dgm:prSet presAssocID="{1BD1B64E-BF1B-45BF-B488-2E8C3BE6A1C3}" presName="parentLeftMargin" presStyleLbl="node1" presStyleIdx="0" presStyleCnt="3"/>
      <dgm:spPr/>
    </dgm:pt>
    <dgm:pt modelId="{7C9E58B3-044A-4376-8D73-E1B5E80F64C4}" type="pres">
      <dgm:prSet presAssocID="{1BD1B64E-BF1B-45BF-B488-2E8C3BE6A1C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0045365-D185-426D-AF4E-3C96A790E9A5}" type="pres">
      <dgm:prSet presAssocID="{1BD1B64E-BF1B-45BF-B488-2E8C3BE6A1C3}" presName="negativeSpace" presStyleCnt="0"/>
      <dgm:spPr/>
    </dgm:pt>
    <dgm:pt modelId="{22C10C9D-4D87-4063-A601-7672FEDD3E93}" type="pres">
      <dgm:prSet presAssocID="{1BD1B64E-BF1B-45BF-B488-2E8C3BE6A1C3}" presName="childText" presStyleLbl="conFgAcc1" presStyleIdx="1" presStyleCnt="3">
        <dgm:presLayoutVars>
          <dgm:bulletEnabled val="1"/>
        </dgm:presLayoutVars>
      </dgm:prSet>
      <dgm:spPr/>
    </dgm:pt>
    <dgm:pt modelId="{3B7A9466-E500-47F9-A421-1B97BCD150B8}" type="pres">
      <dgm:prSet presAssocID="{18D65185-1DC9-4B71-BFD0-1F8318632B2B}" presName="spaceBetweenRectangles" presStyleCnt="0"/>
      <dgm:spPr/>
    </dgm:pt>
    <dgm:pt modelId="{8137DAED-8A13-427C-AE25-211ACCA8F36D}" type="pres">
      <dgm:prSet presAssocID="{41639800-7497-4CAF-B85C-01B287D1C55B}" presName="parentLin" presStyleCnt="0"/>
      <dgm:spPr/>
    </dgm:pt>
    <dgm:pt modelId="{92344D2E-88A2-4978-9A47-D16515316488}" type="pres">
      <dgm:prSet presAssocID="{41639800-7497-4CAF-B85C-01B287D1C55B}" presName="parentLeftMargin" presStyleLbl="node1" presStyleIdx="1" presStyleCnt="3"/>
      <dgm:spPr/>
    </dgm:pt>
    <dgm:pt modelId="{BF84B447-7824-4683-AACA-FD8BAD0BE998}" type="pres">
      <dgm:prSet presAssocID="{41639800-7497-4CAF-B85C-01B287D1C55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21F9D64-6860-4A11-8666-A5FE714170FB}" type="pres">
      <dgm:prSet presAssocID="{41639800-7497-4CAF-B85C-01B287D1C55B}" presName="negativeSpace" presStyleCnt="0"/>
      <dgm:spPr/>
    </dgm:pt>
    <dgm:pt modelId="{6ABBDEA8-308B-458F-803E-00A327AF146F}" type="pres">
      <dgm:prSet presAssocID="{41639800-7497-4CAF-B85C-01B287D1C55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E462875-663B-426B-8177-41BDAD9185AF}" type="presOf" srcId="{05D79D2C-183C-47C9-9CC7-7E73561EAEC5}" destId="{83C022D9-E585-44F2-B18D-66BF84551B9C}" srcOrd="0" destOrd="0" presId="urn:microsoft.com/office/officeart/2005/8/layout/list1"/>
    <dgm:cxn modelId="{83045C59-D454-4CBD-9EA0-4BDD67E47392}" type="presOf" srcId="{1BD1B64E-BF1B-45BF-B488-2E8C3BE6A1C3}" destId="{7C9E58B3-044A-4376-8D73-E1B5E80F64C4}" srcOrd="1" destOrd="0" presId="urn:microsoft.com/office/officeart/2005/8/layout/list1"/>
    <dgm:cxn modelId="{C950D987-9C82-4DD6-818D-91A5928B992C}" srcId="{446D5D90-C9A9-4B64-B36F-5F1A74E8DAC5}" destId="{05D79D2C-183C-47C9-9CC7-7E73561EAEC5}" srcOrd="0" destOrd="0" parTransId="{2741C5E9-7B46-46DE-BBD4-C2041A50307A}" sibTransId="{4FA6FA24-D087-4E57-A406-C226BA3E96CF}"/>
    <dgm:cxn modelId="{90BE5790-496E-4B1C-9F2A-4AD7999926B5}" type="presOf" srcId="{1BD1B64E-BF1B-45BF-B488-2E8C3BE6A1C3}" destId="{8E9F6A37-9C75-47F2-B396-0C62412FC033}" srcOrd="0" destOrd="0" presId="urn:microsoft.com/office/officeart/2005/8/layout/list1"/>
    <dgm:cxn modelId="{AB0A93A0-651A-401D-AA81-BAE27D7AFEF1}" srcId="{446D5D90-C9A9-4B64-B36F-5F1A74E8DAC5}" destId="{1BD1B64E-BF1B-45BF-B488-2E8C3BE6A1C3}" srcOrd="1" destOrd="0" parTransId="{9FD6232B-2361-41A8-B74D-54C6B051724A}" sibTransId="{18D65185-1DC9-4B71-BFD0-1F8318632B2B}"/>
    <dgm:cxn modelId="{9F875EA9-7A6A-41FE-8CB5-0AF3B847E400}" type="presOf" srcId="{41639800-7497-4CAF-B85C-01B287D1C55B}" destId="{92344D2E-88A2-4978-9A47-D16515316488}" srcOrd="0" destOrd="0" presId="urn:microsoft.com/office/officeart/2005/8/layout/list1"/>
    <dgm:cxn modelId="{8D8300AD-DF2C-4B70-BE96-F415CEEDF9BD}" type="presOf" srcId="{41639800-7497-4CAF-B85C-01B287D1C55B}" destId="{BF84B447-7824-4683-AACA-FD8BAD0BE998}" srcOrd="1" destOrd="0" presId="urn:microsoft.com/office/officeart/2005/8/layout/list1"/>
    <dgm:cxn modelId="{F1B9F7BA-3D5F-4CE7-8735-CE09B48FE66B}" type="presOf" srcId="{05D79D2C-183C-47C9-9CC7-7E73561EAEC5}" destId="{563E4923-98E1-4C32-9E5E-5F29AB7C4BC6}" srcOrd="1" destOrd="0" presId="urn:microsoft.com/office/officeart/2005/8/layout/list1"/>
    <dgm:cxn modelId="{58836AD9-8386-4723-81B9-2B42B5EF7FF4}" srcId="{446D5D90-C9A9-4B64-B36F-5F1A74E8DAC5}" destId="{41639800-7497-4CAF-B85C-01B287D1C55B}" srcOrd="2" destOrd="0" parTransId="{37153F8F-22D6-4739-8B35-CA63C27BF589}" sibTransId="{C24011AD-F172-489C-A87A-9CE01ADDDAF0}"/>
    <dgm:cxn modelId="{4AAE45F8-8A30-415B-91DD-5B03C6DC2B8B}" type="presOf" srcId="{446D5D90-C9A9-4B64-B36F-5F1A74E8DAC5}" destId="{C5640820-C763-4C62-93EF-9CB369E0281F}" srcOrd="0" destOrd="0" presId="urn:microsoft.com/office/officeart/2005/8/layout/list1"/>
    <dgm:cxn modelId="{640F7BEE-FAD7-4D4A-8CBD-F7050382FF9D}" type="presParOf" srcId="{C5640820-C763-4C62-93EF-9CB369E0281F}" destId="{89553B5E-B1E1-4EB3-86D2-2E0AA8DEA425}" srcOrd="0" destOrd="0" presId="urn:microsoft.com/office/officeart/2005/8/layout/list1"/>
    <dgm:cxn modelId="{EFD4F90D-DE92-484C-85F0-72661A71139F}" type="presParOf" srcId="{89553B5E-B1E1-4EB3-86D2-2E0AA8DEA425}" destId="{83C022D9-E585-44F2-B18D-66BF84551B9C}" srcOrd="0" destOrd="0" presId="urn:microsoft.com/office/officeart/2005/8/layout/list1"/>
    <dgm:cxn modelId="{F307E66D-D483-4582-91B5-67BC094E84A3}" type="presParOf" srcId="{89553B5E-B1E1-4EB3-86D2-2E0AA8DEA425}" destId="{563E4923-98E1-4C32-9E5E-5F29AB7C4BC6}" srcOrd="1" destOrd="0" presId="urn:microsoft.com/office/officeart/2005/8/layout/list1"/>
    <dgm:cxn modelId="{E2E48F58-6530-42C7-9137-0F6C1D11300C}" type="presParOf" srcId="{C5640820-C763-4C62-93EF-9CB369E0281F}" destId="{0A7424D3-7F38-4B8A-98AF-D7961FAE69D5}" srcOrd="1" destOrd="0" presId="urn:microsoft.com/office/officeart/2005/8/layout/list1"/>
    <dgm:cxn modelId="{B5CC3562-16E4-44B6-8BB0-B9B3FCCA8239}" type="presParOf" srcId="{C5640820-C763-4C62-93EF-9CB369E0281F}" destId="{DE72EEA2-09B8-451A-A699-51FCD44847E9}" srcOrd="2" destOrd="0" presId="urn:microsoft.com/office/officeart/2005/8/layout/list1"/>
    <dgm:cxn modelId="{F7321729-3CCC-47C9-BEB4-5A64D649ABF6}" type="presParOf" srcId="{C5640820-C763-4C62-93EF-9CB369E0281F}" destId="{6E58C2C4-48B0-4C70-96B8-4C59B5E036DD}" srcOrd="3" destOrd="0" presId="urn:microsoft.com/office/officeart/2005/8/layout/list1"/>
    <dgm:cxn modelId="{0A89ADDD-7F33-4056-A561-2946AD4BFEB8}" type="presParOf" srcId="{C5640820-C763-4C62-93EF-9CB369E0281F}" destId="{41E28437-0334-4E98-A1B2-AAB873E3B31F}" srcOrd="4" destOrd="0" presId="urn:microsoft.com/office/officeart/2005/8/layout/list1"/>
    <dgm:cxn modelId="{63507321-EB70-4EA4-A108-605BEB199E2A}" type="presParOf" srcId="{41E28437-0334-4E98-A1B2-AAB873E3B31F}" destId="{8E9F6A37-9C75-47F2-B396-0C62412FC033}" srcOrd="0" destOrd="0" presId="urn:microsoft.com/office/officeart/2005/8/layout/list1"/>
    <dgm:cxn modelId="{43021DB2-E51D-4600-B36F-977D80952CBE}" type="presParOf" srcId="{41E28437-0334-4E98-A1B2-AAB873E3B31F}" destId="{7C9E58B3-044A-4376-8D73-E1B5E80F64C4}" srcOrd="1" destOrd="0" presId="urn:microsoft.com/office/officeart/2005/8/layout/list1"/>
    <dgm:cxn modelId="{02168ED1-FC75-47D8-A49C-9E8418E53B0D}" type="presParOf" srcId="{C5640820-C763-4C62-93EF-9CB369E0281F}" destId="{80045365-D185-426D-AF4E-3C96A790E9A5}" srcOrd="5" destOrd="0" presId="urn:microsoft.com/office/officeart/2005/8/layout/list1"/>
    <dgm:cxn modelId="{522AEE9B-6F76-4AA7-AD33-358363670A53}" type="presParOf" srcId="{C5640820-C763-4C62-93EF-9CB369E0281F}" destId="{22C10C9D-4D87-4063-A601-7672FEDD3E93}" srcOrd="6" destOrd="0" presId="urn:microsoft.com/office/officeart/2005/8/layout/list1"/>
    <dgm:cxn modelId="{D3B335C2-939E-4889-8FCD-C64FBCB6A2E5}" type="presParOf" srcId="{C5640820-C763-4C62-93EF-9CB369E0281F}" destId="{3B7A9466-E500-47F9-A421-1B97BCD150B8}" srcOrd="7" destOrd="0" presId="urn:microsoft.com/office/officeart/2005/8/layout/list1"/>
    <dgm:cxn modelId="{887B3B06-2D47-44FA-99A0-DDEF2792042A}" type="presParOf" srcId="{C5640820-C763-4C62-93EF-9CB369E0281F}" destId="{8137DAED-8A13-427C-AE25-211ACCA8F36D}" srcOrd="8" destOrd="0" presId="urn:microsoft.com/office/officeart/2005/8/layout/list1"/>
    <dgm:cxn modelId="{1294ED34-CECB-4E22-AD0C-08C60C3A9826}" type="presParOf" srcId="{8137DAED-8A13-427C-AE25-211ACCA8F36D}" destId="{92344D2E-88A2-4978-9A47-D16515316488}" srcOrd="0" destOrd="0" presId="urn:microsoft.com/office/officeart/2005/8/layout/list1"/>
    <dgm:cxn modelId="{AFEE2972-B1D6-475B-9941-BC50B375E1E5}" type="presParOf" srcId="{8137DAED-8A13-427C-AE25-211ACCA8F36D}" destId="{BF84B447-7824-4683-AACA-FD8BAD0BE998}" srcOrd="1" destOrd="0" presId="urn:microsoft.com/office/officeart/2005/8/layout/list1"/>
    <dgm:cxn modelId="{4189D7B7-14EE-4F1D-8853-3C793833D3F7}" type="presParOf" srcId="{C5640820-C763-4C62-93EF-9CB369E0281F}" destId="{A21F9D64-6860-4A11-8666-A5FE714170FB}" srcOrd="9" destOrd="0" presId="urn:microsoft.com/office/officeart/2005/8/layout/list1"/>
    <dgm:cxn modelId="{6B5423DC-ED1D-41AF-AB65-497E7A96984C}" type="presParOf" srcId="{C5640820-C763-4C62-93EF-9CB369E0281F}" destId="{6ABBDEA8-308B-458F-803E-00A327AF146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466A6F-C23A-4F08-9155-C0CC58C2FF05}" type="doc">
      <dgm:prSet loTypeId="urn:microsoft.com/office/officeart/2005/8/layout/hProcess9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5468D2-7C8D-4A88-A611-645759B30B8E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dirty="0"/>
            <a:t>Sources were selected from </a:t>
          </a:r>
          <a:r>
            <a:rPr lang="en-US" sz="1800" b="0" dirty="0"/>
            <a:t>IEEE Xplore, ScienceDirect, PubMed, and SpringerLink.</a:t>
          </a:r>
        </a:p>
      </dgm:t>
    </dgm:pt>
    <dgm:pt modelId="{43A5F849-F2D4-4EBE-B2E0-DFED59D6EE01}" type="parTrans" cxnId="{1B9E46A7-FF9A-442D-9452-1616F796C8A5}">
      <dgm:prSet/>
      <dgm:spPr/>
      <dgm:t>
        <a:bodyPr/>
        <a:lstStyle/>
        <a:p>
          <a:endParaRPr lang="en-US"/>
        </a:p>
      </dgm:t>
    </dgm:pt>
    <dgm:pt modelId="{E97679DA-7E27-4755-BD17-9F8E37362B47}" type="sibTrans" cxnId="{1B9E46A7-FF9A-442D-9452-1616F796C8A5}">
      <dgm:prSet/>
      <dgm:spPr/>
      <dgm:t>
        <a:bodyPr/>
        <a:lstStyle/>
        <a:p>
          <a:endParaRPr lang="en-US"/>
        </a:p>
      </dgm:t>
    </dgm:pt>
    <dgm:pt modelId="{D4BA9D41-7DC0-4E93-8F8B-F5E6C2DE87F9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dirty="0"/>
            <a:t>Keywords: “IoMT cybersecurity,” “medical device security,” “AI in healthcare IoT.”</a:t>
          </a:r>
        </a:p>
      </dgm:t>
    </dgm:pt>
    <dgm:pt modelId="{CC91D7D4-7876-4E89-971A-A48F5B3C5C3B}" type="parTrans" cxnId="{39DF0C56-787E-4665-B241-B1754BB5B8F3}">
      <dgm:prSet/>
      <dgm:spPr/>
      <dgm:t>
        <a:bodyPr/>
        <a:lstStyle/>
        <a:p>
          <a:endParaRPr lang="en-US"/>
        </a:p>
      </dgm:t>
    </dgm:pt>
    <dgm:pt modelId="{6ACF7B20-DFF6-4A32-B7AC-987F07DEA5B4}" type="sibTrans" cxnId="{39DF0C56-787E-4665-B241-B1754BB5B8F3}">
      <dgm:prSet/>
      <dgm:spPr/>
      <dgm:t>
        <a:bodyPr/>
        <a:lstStyle/>
        <a:p>
          <a:endParaRPr lang="en-US"/>
        </a:p>
      </dgm:t>
    </dgm:pt>
    <dgm:pt modelId="{1502CB56-BBDD-497A-AF55-65DA9E25E397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dirty="0"/>
            <a:t>Timeframe: Studies and publications from </a:t>
          </a:r>
          <a:r>
            <a:rPr lang="en-US" sz="1800" b="0" dirty="0"/>
            <a:t>2018 to 2024</a:t>
          </a:r>
          <a:r>
            <a:rPr lang="en-US" sz="1800" dirty="0"/>
            <a:t>.</a:t>
          </a:r>
        </a:p>
      </dgm:t>
    </dgm:pt>
    <dgm:pt modelId="{A852A6B3-71BE-4C4E-8D9B-1A5635C78539}" type="parTrans" cxnId="{3F2AB002-FAF0-485A-9255-3FC8F4539E65}">
      <dgm:prSet/>
      <dgm:spPr/>
      <dgm:t>
        <a:bodyPr/>
        <a:lstStyle/>
        <a:p>
          <a:endParaRPr lang="en-US"/>
        </a:p>
      </dgm:t>
    </dgm:pt>
    <dgm:pt modelId="{98C2502E-030A-43A7-A719-E972EED7DA2A}" type="sibTrans" cxnId="{3F2AB002-FAF0-485A-9255-3FC8F4539E65}">
      <dgm:prSet/>
      <dgm:spPr/>
      <dgm:t>
        <a:bodyPr/>
        <a:lstStyle/>
        <a:p>
          <a:endParaRPr lang="en-US"/>
        </a:p>
      </dgm:t>
    </dgm:pt>
    <dgm:pt modelId="{98AADE5B-F8B3-4C82-9D14-698FFD8E3EDF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dirty="0"/>
            <a:t>Focus on peer-reviewed articles, technical white papers, and international cybersecurity policies.</a:t>
          </a:r>
        </a:p>
      </dgm:t>
    </dgm:pt>
    <dgm:pt modelId="{93343858-789C-4AA0-940D-B5C2EB8C4FA7}" type="parTrans" cxnId="{F5AAC25A-0629-4350-998F-E2B170AA2188}">
      <dgm:prSet/>
      <dgm:spPr/>
      <dgm:t>
        <a:bodyPr/>
        <a:lstStyle/>
        <a:p>
          <a:endParaRPr lang="en-US"/>
        </a:p>
      </dgm:t>
    </dgm:pt>
    <dgm:pt modelId="{43C8C525-A939-4F4E-8EF1-5D5001E325A8}" type="sibTrans" cxnId="{F5AAC25A-0629-4350-998F-E2B170AA2188}">
      <dgm:prSet/>
      <dgm:spPr/>
      <dgm:t>
        <a:bodyPr/>
        <a:lstStyle/>
        <a:p>
          <a:endParaRPr lang="en-US"/>
        </a:p>
      </dgm:t>
    </dgm:pt>
    <dgm:pt modelId="{E23F6DB2-6999-4ED8-8E1A-054332D6E3C4}" type="pres">
      <dgm:prSet presAssocID="{02466A6F-C23A-4F08-9155-C0CC58C2FF05}" presName="CompostProcess" presStyleCnt="0">
        <dgm:presLayoutVars>
          <dgm:dir/>
          <dgm:resizeHandles val="exact"/>
        </dgm:presLayoutVars>
      </dgm:prSet>
      <dgm:spPr/>
    </dgm:pt>
    <dgm:pt modelId="{9118DD3F-2305-44C6-84F7-A01A749A10D2}" type="pres">
      <dgm:prSet presAssocID="{02466A6F-C23A-4F08-9155-C0CC58C2FF05}" presName="arrow" presStyleLbl="bgShp" presStyleIdx="0" presStyleCnt="1" custScaleX="117647"/>
      <dgm:spPr/>
    </dgm:pt>
    <dgm:pt modelId="{A16DF6BD-5658-412C-80B3-AA785EC05A33}" type="pres">
      <dgm:prSet presAssocID="{02466A6F-C23A-4F08-9155-C0CC58C2FF05}" presName="linearProcess" presStyleCnt="0"/>
      <dgm:spPr/>
    </dgm:pt>
    <dgm:pt modelId="{8DEFBBEF-23F0-4E84-AD07-F10F4C14355E}" type="pres">
      <dgm:prSet presAssocID="{625468D2-7C8D-4A88-A611-645759B30B8E}" presName="textNode" presStyleLbl="node1" presStyleIdx="0" presStyleCnt="4" custScaleY="168621">
        <dgm:presLayoutVars>
          <dgm:bulletEnabled val="1"/>
        </dgm:presLayoutVars>
      </dgm:prSet>
      <dgm:spPr/>
    </dgm:pt>
    <dgm:pt modelId="{D1847F9A-F07B-4CDE-BBEE-D147DC48ACDC}" type="pres">
      <dgm:prSet presAssocID="{E97679DA-7E27-4755-BD17-9F8E37362B47}" presName="sibTrans" presStyleCnt="0"/>
      <dgm:spPr/>
    </dgm:pt>
    <dgm:pt modelId="{381A7940-B31F-4FC0-AB0B-40C4492EEC57}" type="pres">
      <dgm:prSet presAssocID="{D4BA9D41-7DC0-4E93-8F8B-F5E6C2DE87F9}" presName="textNode" presStyleLbl="node1" presStyleIdx="1" presStyleCnt="4" custScaleY="168621">
        <dgm:presLayoutVars>
          <dgm:bulletEnabled val="1"/>
        </dgm:presLayoutVars>
      </dgm:prSet>
      <dgm:spPr/>
    </dgm:pt>
    <dgm:pt modelId="{BDBD1F17-63F9-4A51-82AC-2C82CFF4BFB0}" type="pres">
      <dgm:prSet presAssocID="{6ACF7B20-DFF6-4A32-B7AC-987F07DEA5B4}" presName="sibTrans" presStyleCnt="0"/>
      <dgm:spPr/>
    </dgm:pt>
    <dgm:pt modelId="{EF13DA3D-D57D-4DB0-AE05-808E9C47C17C}" type="pres">
      <dgm:prSet presAssocID="{1502CB56-BBDD-497A-AF55-65DA9E25E397}" presName="textNode" presStyleLbl="node1" presStyleIdx="2" presStyleCnt="4" custScaleY="168621">
        <dgm:presLayoutVars>
          <dgm:bulletEnabled val="1"/>
        </dgm:presLayoutVars>
      </dgm:prSet>
      <dgm:spPr/>
    </dgm:pt>
    <dgm:pt modelId="{D1EC30A6-CB7D-4607-A5FF-11C77DC37C39}" type="pres">
      <dgm:prSet presAssocID="{98C2502E-030A-43A7-A719-E972EED7DA2A}" presName="sibTrans" presStyleCnt="0"/>
      <dgm:spPr/>
    </dgm:pt>
    <dgm:pt modelId="{B117AE49-9C2D-4FF4-B521-A6EC1054EEC6}" type="pres">
      <dgm:prSet presAssocID="{98AADE5B-F8B3-4C82-9D14-698FFD8E3EDF}" presName="textNode" presStyleLbl="node1" presStyleIdx="3" presStyleCnt="4" custScaleY="168621">
        <dgm:presLayoutVars>
          <dgm:bulletEnabled val="1"/>
        </dgm:presLayoutVars>
      </dgm:prSet>
      <dgm:spPr/>
    </dgm:pt>
  </dgm:ptLst>
  <dgm:cxnLst>
    <dgm:cxn modelId="{3F2AB002-FAF0-485A-9255-3FC8F4539E65}" srcId="{02466A6F-C23A-4F08-9155-C0CC58C2FF05}" destId="{1502CB56-BBDD-497A-AF55-65DA9E25E397}" srcOrd="2" destOrd="0" parTransId="{A852A6B3-71BE-4C4E-8D9B-1A5635C78539}" sibTransId="{98C2502E-030A-43A7-A719-E972EED7DA2A}"/>
    <dgm:cxn modelId="{8F521735-647E-447B-872E-D21B1C0A3797}" type="presOf" srcId="{625468D2-7C8D-4A88-A611-645759B30B8E}" destId="{8DEFBBEF-23F0-4E84-AD07-F10F4C14355E}" srcOrd="0" destOrd="0" presId="urn:microsoft.com/office/officeart/2005/8/layout/hProcess9"/>
    <dgm:cxn modelId="{39DF0C56-787E-4665-B241-B1754BB5B8F3}" srcId="{02466A6F-C23A-4F08-9155-C0CC58C2FF05}" destId="{D4BA9D41-7DC0-4E93-8F8B-F5E6C2DE87F9}" srcOrd="1" destOrd="0" parTransId="{CC91D7D4-7876-4E89-971A-A48F5B3C5C3B}" sibTransId="{6ACF7B20-DFF6-4A32-B7AC-987F07DEA5B4}"/>
    <dgm:cxn modelId="{F5AAC25A-0629-4350-998F-E2B170AA2188}" srcId="{02466A6F-C23A-4F08-9155-C0CC58C2FF05}" destId="{98AADE5B-F8B3-4C82-9D14-698FFD8E3EDF}" srcOrd="3" destOrd="0" parTransId="{93343858-789C-4AA0-940D-B5C2EB8C4FA7}" sibTransId="{43C8C525-A939-4F4E-8EF1-5D5001E325A8}"/>
    <dgm:cxn modelId="{1B9E46A7-FF9A-442D-9452-1616F796C8A5}" srcId="{02466A6F-C23A-4F08-9155-C0CC58C2FF05}" destId="{625468D2-7C8D-4A88-A611-645759B30B8E}" srcOrd="0" destOrd="0" parTransId="{43A5F849-F2D4-4EBE-B2E0-DFED59D6EE01}" sibTransId="{E97679DA-7E27-4755-BD17-9F8E37362B47}"/>
    <dgm:cxn modelId="{CA7A53B3-EA1F-435B-A620-F6EB15BB4377}" type="presOf" srcId="{98AADE5B-F8B3-4C82-9D14-698FFD8E3EDF}" destId="{B117AE49-9C2D-4FF4-B521-A6EC1054EEC6}" srcOrd="0" destOrd="0" presId="urn:microsoft.com/office/officeart/2005/8/layout/hProcess9"/>
    <dgm:cxn modelId="{414D03B8-D6B8-4156-A1AC-907D33ABB2D0}" type="presOf" srcId="{D4BA9D41-7DC0-4E93-8F8B-F5E6C2DE87F9}" destId="{381A7940-B31F-4FC0-AB0B-40C4492EEC57}" srcOrd="0" destOrd="0" presId="urn:microsoft.com/office/officeart/2005/8/layout/hProcess9"/>
    <dgm:cxn modelId="{E1B754B9-EE82-42BB-84C9-7A21266E0015}" type="presOf" srcId="{02466A6F-C23A-4F08-9155-C0CC58C2FF05}" destId="{E23F6DB2-6999-4ED8-8E1A-054332D6E3C4}" srcOrd="0" destOrd="0" presId="urn:microsoft.com/office/officeart/2005/8/layout/hProcess9"/>
    <dgm:cxn modelId="{51E954ED-8E3A-4164-8EE1-231D062E7AD9}" type="presOf" srcId="{1502CB56-BBDD-497A-AF55-65DA9E25E397}" destId="{EF13DA3D-D57D-4DB0-AE05-808E9C47C17C}" srcOrd="0" destOrd="0" presId="urn:microsoft.com/office/officeart/2005/8/layout/hProcess9"/>
    <dgm:cxn modelId="{58E51238-A393-4D1A-BC1F-7E034A985063}" type="presParOf" srcId="{E23F6DB2-6999-4ED8-8E1A-054332D6E3C4}" destId="{9118DD3F-2305-44C6-84F7-A01A749A10D2}" srcOrd="0" destOrd="0" presId="urn:microsoft.com/office/officeart/2005/8/layout/hProcess9"/>
    <dgm:cxn modelId="{46642316-7CC1-4180-A7C9-FED09235D35D}" type="presParOf" srcId="{E23F6DB2-6999-4ED8-8E1A-054332D6E3C4}" destId="{A16DF6BD-5658-412C-80B3-AA785EC05A33}" srcOrd="1" destOrd="0" presId="urn:microsoft.com/office/officeart/2005/8/layout/hProcess9"/>
    <dgm:cxn modelId="{914AF653-1AEE-4E07-A36B-E6D1360A2DF9}" type="presParOf" srcId="{A16DF6BD-5658-412C-80B3-AA785EC05A33}" destId="{8DEFBBEF-23F0-4E84-AD07-F10F4C14355E}" srcOrd="0" destOrd="0" presId="urn:microsoft.com/office/officeart/2005/8/layout/hProcess9"/>
    <dgm:cxn modelId="{D9E96E0C-BDCA-4294-952C-93824D778217}" type="presParOf" srcId="{A16DF6BD-5658-412C-80B3-AA785EC05A33}" destId="{D1847F9A-F07B-4CDE-BBEE-D147DC48ACDC}" srcOrd="1" destOrd="0" presId="urn:microsoft.com/office/officeart/2005/8/layout/hProcess9"/>
    <dgm:cxn modelId="{AF78F55D-DA74-4837-ABA6-96F746181F53}" type="presParOf" srcId="{A16DF6BD-5658-412C-80B3-AA785EC05A33}" destId="{381A7940-B31F-4FC0-AB0B-40C4492EEC57}" srcOrd="2" destOrd="0" presId="urn:microsoft.com/office/officeart/2005/8/layout/hProcess9"/>
    <dgm:cxn modelId="{3CB88CAB-24B2-4B69-A08D-71735BEE3FD4}" type="presParOf" srcId="{A16DF6BD-5658-412C-80B3-AA785EC05A33}" destId="{BDBD1F17-63F9-4A51-82AC-2C82CFF4BFB0}" srcOrd="3" destOrd="0" presId="urn:microsoft.com/office/officeart/2005/8/layout/hProcess9"/>
    <dgm:cxn modelId="{AEBBF4B2-8F2B-46A8-BDC6-2C1CC74C2CA4}" type="presParOf" srcId="{A16DF6BD-5658-412C-80B3-AA785EC05A33}" destId="{EF13DA3D-D57D-4DB0-AE05-808E9C47C17C}" srcOrd="4" destOrd="0" presId="urn:microsoft.com/office/officeart/2005/8/layout/hProcess9"/>
    <dgm:cxn modelId="{6F2CD531-E7AC-4B60-B9F8-61FE5DB89A39}" type="presParOf" srcId="{A16DF6BD-5658-412C-80B3-AA785EC05A33}" destId="{D1EC30A6-CB7D-4607-A5FF-11C77DC37C39}" srcOrd="5" destOrd="0" presId="urn:microsoft.com/office/officeart/2005/8/layout/hProcess9"/>
    <dgm:cxn modelId="{3C6BD637-4FE9-4B1B-AACC-A6DF42A3CA42}" type="presParOf" srcId="{A16DF6BD-5658-412C-80B3-AA785EC05A33}" destId="{B117AE49-9C2D-4FF4-B521-A6EC1054EEC6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030B514-68BA-4DB3-AB57-5B9026033FE7}" type="doc">
      <dgm:prSet loTypeId="urn:microsoft.com/office/officeart/2005/8/layout/vProcess5" loCatId="process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DC9EC2E-C361-421C-ADD3-29981AE960B0}">
      <dgm:prSet custT="1"/>
      <dgm:spPr/>
      <dgm:t>
        <a:bodyPr/>
        <a:lstStyle/>
        <a:p>
          <a:pPr algn="just">
            <a:lnSpc>
              <a:spcPct val="150000"/>
            </a:lnSpc>
          </a:pPr>
          <a:r>
            <a:rPr lang="en-US" sz="1800" dirty="0"/>
            <a:t>Many breaches are caused by lack of staff awareness about phishing and social engineering.</a:t>
          </a:r>
        </a:p>
      </dgm:t>
    </dgm:pt>
    <dgm:pt modelId="{31B7740D-DDE6-403D-B4DB-62BE5F13185A}" type="parTrans" cxnId="{E992A95D-2A6B-4091-90D6-664FEC7AF8EB}">
      <dgm:prSet/>
      <dgm:spPr/>
      <dgm:t>
        <a:bodyPr/>
        <a:lstStyle/>
        <a:p>
          <a:endParaRPr lang="en-US"/>
        </a:p>
      </dgm:t>
    </dgm:pt>
    <dgm:pt modelId="{5A127A5E-BE47-485D-99DF-A9353DBB33F2}" type="sibTrans" cxnId="{E992A95D-2A6B-4091-90D6-664FEC7AF8EB}">
      <dgm:prSet/>
      <dgm:spPr/>
      <dgm:t>
        <a:bodyPr/>
        <a:lstStyle/>
        <a:p>
          <a:endParaRPr lang="en-US"/>
        </a:p>
      </dgm:t>
    </dgm:pt>
    <dgm:pt modelId="{5E5C8D45-C9F4-4B17-BE07-A595A5AC088E}">
      <dgm:prSet custT="1"/>
      <dgm:spPr/>
      <dgm:t>
        <a:bodyPr/>
        <a:lstStyle/>
        <a:p>
          <a:pPr algn="just">
            <a:lnSpc>
              <a:spcPct val="150000"/>
            </a:lnSpc>
          </a:pPr>
          <a:r>
            <a:rPr lang="en-US" sz="1800"/>
            <a:t>Healthcare systems often rely on outdated software and unpatched firmware, making them vulnerable to known exploits that could easily be avoided with regular maintenance.</a:t>
          </a:r>
        </a:p>
      </dgm:t>
    </dgm:pt>
    <dgm:pt modelId="{36215DFF-219B-478B-A827-CB02050F2612}" type="parTrans" cxnId="{CC2CA154-BB06-4B6D-88FB-5CFF5FEF2462}">
      <dgm:prSet/>
      <dgm:spPr/>
      <dgm:t>
        <a:bodyPr/>
        <a:lstStyle/>
        <a:p>
          <a:endParaRPr lang="en-US"/>
        </a:p>
      </dgm:t>
    </dgm:pt>
    <dgm:pt modelId="{866E8188-B530-4F62-9E2E-256F006FB10B}" type="sibTrans" cxnId="{CC2CA154-BB06-4B6D-88FB-5CFF5FEF2462}">
      <dgm:prSet/>
      <dgm:spPr/>
      <dgm:t>
        <a:bodyPr/>
        <a:lstStyle/>
        <a:p>
          <a:endParaRPr lang="en-US"/>
        </a:p>
      </dgm:t>
    </dgm:pt>
    <dgm:pt modelId="{4B6B99B0-29FE-40E0-9881-84214409B62E}">
      <dgm:prSet custT="1"/>
      <dgm:spPr/>
      <dgm:t>
        <a:bodyPr/>
        <a:lstStyle/>
        <a:p>
          <a:pPr algn="just">
            <a:lnSpc>
              <a:spcPct val="150000"/>
            </a:lnSpc>
          </a:pPr>
          <a:r>
            <a:rPr lang="en-US" sz="1800" dirty="0"/>
            <a:t>Vendors frequently fail to coordinate timely security updates and patches, leading to prolonged exposure to threats and weak points in the system.</a:t>
          </a:r>
        </a:p>
      </dgm:t>
    </dgm:pt>
    <dgm:pt modelId="{9B159FD5-AADA-4CB3-AE72-80B0A660198F}" type="parTrans" cxnId="{76256C6A-912B-4B9E-9F5E-B485902F0249}">
      <dgm:prSet/>
      <dgm:spPr/>
      <dgm:t>
        <a:bodyPr/>
        <a:lstStyle/>
        <a:p>
          <a:endParaRPr lang="en-US"/>
        </a:p>
      </dgm:t>
    </dgm:pt>
    <dgm:pt modelId="{A89A5AAA-3BD1-4305-8D40-7EB9CFDD248C}" type="sibTrans" cxnId="{76256C6A-912B-4B9E-9F5E-B485902F0249}">
      <dgm:prSet/>
      <dgm:spPr/>
      <dgm:t>
        <a:bodyPr/>
        <a:lstStyle/>
        <a:p>
          <a:endParaRPr lang="en-US"/>
        </a:p>
      </dgm:t>
    </dgm:pt>
    <dgm:pt modelId="{64FF887F-E643-4429-8932-3894941A2C2B}" type="pres">
      <dgm:prSet presAssocID="{F030B514-68BA-4DB3-AB57-5B9026033FE7}" presName="outerComposite" presStyleCnt="0">
        <dgm:presLayoutVars>
          <dgm:chMax val="5"/>
          <dgm:dir/>
          <dgm:resizeHandles val="exact"/>
        </dgm:presLayoutVars>
      </dgm:prSet>
      <dgm:spPr/>
    </dgm:pt>
    <dgm:pt modelId="{AC535083-A022-4D13-B9BA-CD57976ABB0E}" type="pres">
      <dgm:prSet presAssocID="{F030B514-68BA-4DB3-AB57-5B9026033FE7}" presName="dummyMaxCanvas" presStyleCnt="0">
        <dgm:presLayoutVars/>
      </dgm:prSet>
      <dgm:spPr/>
    </dgm:pt>
    <dgm:pt modelId="{0274C654-83A8-424A-979E-49056887837E}" type="pres">
      <dgm:prSet presAssocID="{F030B514-68BA-4DB3-AB57-5B9026033FE7}" presName="ThreeNodes_1" presStyleLbl="node1" presStyleIdx="0" presStyleCnt="3">
        <dgm:presLayoutVars>
          <dgm:bulletEnabled val="1"/>
        </dgm:presLayoutVars>
      </dgm:prSet>
      <dgm:spPr/>
    </dgm:pt>
    <dgm:pt modelId="{3BBABB09-6F45-499D-8220-AD482F51F436}" type="pres">
      <dgm:prSet presAssocID="{F030B514-68BA-4DB3-AB57-5B9026033FE7}" presName="ThreeNodes_2" presStyleLbl="node1" presStyleIdx="1" presStyleCnt="3">
        <dgm:presLayoutVars>
          <dgm:bulletEnabled val="1"/>
        </dgm:presLayoutVars>
      </dgm:prSet>
      <dgm:spPr/>
    </dgm:pt>
    <dgm:pt modelId="{E710E4F4-D20A-4CA9-9C64-2DF9BDCE5CBE}" type="pres">
      <dgm:prSet presAssocID="{F030B514-68BA-4DB3-AB57-5B9026033FE7}" presName="ThreeNodes_3" presStyleLbl="node1" presStyleIdx="2" presStyleCnt="3">
        <dgm:presLayoutVars>
          <dgm:bulletEnabled val="1"/>
        </dgm:presLayoutVars>
      </dgm:prSet>
      <dgm:spPr/>
    </dgm:pt>
    <dgm:pt modelId="{E2B62E56-EC50-4440-BD55-8B6C416510E7}" type="pres">
      <dgm:prSet presAssocID="{F030B514-68BA-4DB3-AB57-5B9026033FE7}" presName="ThreeConn_1-2" presStyleLbl="fgAccFollowNode1" presStyleIdx="0" presStyleCnt="2">
        <dgm:presLayoutVars>
          <dgm:bulletEnabled val="1"/>
        </dgm:presLayoutVars>
      </dgm:prSet>
      <dgm:spPr/>
    </dgm:pt>
    <dgm:pt modelId="{88D9E8E8-CB2F-4F8D-8F08-6CE567137B81}" type="pres">
      <dgm:prSet presAssocID="{F030B514-68BA-4DB3-AB57-5B9026033FE7}" presName="ThreeConn_2-3" presStyleLbl="fgAccFollowNode1" presStyleIdx="1" presStyleCnt="2">
        <dgm:presLayoutVars>
          <dgm:bulletEnabled val="1"/>
        </dgm:presLayoutVars>
      </dgm:prSet>
      <dgm:spPr/>
    </dgm:pt>
    <dgm:pt modelId="{E9CBB357-57CF-4C2D-8A31-A5ACCB13F0E1}" type="pres">
      <dgm:prSet presAssocID="{F030B514-68BA-4DB3-AB57-5B9026033FE7}" presName="ThreeNodes_1_text" presStyleLbl="node1" presStyleIdx="2" presStyleCnt="3">
        <dgm:presLayoutVars>
          <dgm:bulletEnabled val="1"/>
        </dgm:presLayoutVars>
      </dgm:prSet>
      <dgm:spPr/>
    </dgm:pt>
    <dgm:pt modelId="{DC59D0DD-8AB2-4319-98AC-AB2381E2302A}" type="pres">
      <dgm:prSet presAssocID="{F030B514-68BA-4DB3-AB57-5B9026033FE7}" presName="ThreeNodes_2_text" presStyleLbl="node1" presStyleIdx="2" presStyleCnt="3">
        <dgm:presLayoutVars>
          <dgm:bulletEnabled val="1"/>
        </dgm:presLayoutVars>
      </dgm:prSet>
      <dgm:spPr/>
    </dgm:pt>
    <dgm:pt modelId="{6A5A5B4F-DBEF-419C-A802-5AB2D9C6553B}" type="pres">
      <dgm:prSet presAssocID="{F030B514-68BA-4DB3-AB57-5B9026033FE7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72FDBB00-565D-49D2-874C-A8D92EBB7280}" type="presOf" srcId="{0DC9EC2E-C361-421C-ADD3-29981AE960B0}" destId="{0274C654-83A8-424A-979E-49056887837E}" srcOrd="0" destOrd="0" presId="urn:microsoft.com/office/officeart/2005/8/layout/vProcess5"/>
    <dgm:cxn modelId="{3B5C9F11-246A-4D58-86D9-7D1C9836991A}" type="presOf" srcId="{5E5C8D45-C9F4-4B17-BE07-A595A5AC088E}" destId="{DC59D0DD-8AB2-4319-98AC-AB2381E2302A}" srcOrd="1" destOrd="0" presId="urn:microsoft.com/office/officeart/2005/8/layout/vProcess5"/>
    <dgm:cxn modelId="{D38D7234-4143-46E7-A20E-AA686A637A9F}" type="presOf" srcId="{0DC9EC2E-C361-421C-ADD3-29981AE960B0}" destId="{E9CBB357-57CF-4C2D-8A31-A5ACCB13F0E1}" srcOrd="1" destOrd="0" presId="urn:microsoft.com/office/officeart/2005/8/layout/vProcess5"/>
    <dgm:cxn modelId="{EA055140-CB67-4836-ABA9-2C8E02C7E836}" type="presOf" srcId="{5E5C8D45-C9F4-4B17-BE07-A595A5AC088E}" destId="{3BBABB09-6F45-499D-8220-AD482F51F436}" srcOrd="0" destOrd="0" presId="urn:microsoft.com/office/officeart/2005/8/layout/vProcess5"/>
    <dgm:cxn modelId="{E992A95D-2A6B-4091-90D6-664FEC7AF8EB}" srcId="{F030B514-68BA-4DB3-AB57-5B9026033FE7}" destId="{0DC9EC2E-C361-421C-ADD3-29981AE960B0}" srcOrd="0" destOrd="0" parTransId="{31B7740D-DDE6-403D-B4DB-62BE5F13185A}" sibTransId="{5A127A5E-BE47-485D-99DF-A9353DBB33F2}"/>
    <dgm:cxn modelId="{76256C6A-912B-4B9E-9F5E-B485902F0249}" srcId="{F030B514-68BA-4DB3-AB57-5B9026033FE7}" destId="{4B6B99B0-29FE-40E0-9881-84214409B62E}" srcOrd="2" destOrd="0" parTransId="{9B159FD5-AADA-4CB3-AE72-80B0A660198F}" sibTransId="{A89A5AAA-3BD1-4305-8D40-7EB9CFDD248C}"/>
    <dgm:cxn modelId="{CC2CA154-BB06-4B6D-88FB-5CFF5FEF2462}" srcId="{F030B514-68BA-4DB3-AB57-5B9026033FE7}" destId="{5E5C8D45-C9F4-4B17-BE07-A595A5AC088E}" srcOrd="1" destOrd="0" parTransId="{36215DFF-219B-478B-A827-CB02050F2612}" sibTransId="{866E8188-B530-4F62-9E2E-256F006FB10B}"/>
    <dgm:cxn modelId="{0B78108D-2201-41BB-A23C-71451B44E785}" type="presOf" srcId="{4B6B99B0-29FE-40E0-9881-84214409B62E}" destId="{E710E4F4-D20A-4CA9-9C64-2DF9BDCE5CBE}" srcOrd="0" destOrd="0" presId="urn:microsoft.com/office/officeart/2005/8/layout/vProcess5"/>
    <dgm:cxn modelId="{1012AA90-CB72-49B0-8775-1F70DB072B30}" type="presOf" srcId="{866E8188-B530-4F62-9E2E-256F006FB10B}" destId="{88D9E8E8-CB2F-4F8D-8F08-6CE567137B81}" srcOrd="0" destOrd="0" presId="urn:microsoft.com/office/officeart/2005/8/layout/vProcess5"/>
    <dgm:cxn modelId="{1CD145CD-4B80-486F-A49E-C4D6802F5794}" type="presOf" srcId="{F030B514-68BA-4DB3-AB57-5B9026033FE7}" destId="{64FF887F-E643-4429-8932-3894941A2C2B}" srcOrd="0" destOrd="0" presId="urn:microsoft.com/office/officeart/2005/8/layout/vProcess5"/>
    <dgm:cxn modelId="{11AB57FA-675A-49EA-AD2F-08D28FCB7F17}" type="presOf" srcId="{5A127A5E-BE47-485D-99DF-A9353DBB33F2}" destId="{E2B62E56-EC50-4440-BD55-8B6C416510E7}" srcOrd="0" destOrd="0" presId="urn:microsoft.com/office/officeart/2005/8/layout/vProcess5"/>
    <dgm:cxn modelId="{1294EFFD-D940-4CFB-AC97-11153D1F9535}" type="presOf" srcId="{4B6B99B0-29FE-40E0-9881-84214409B62E}" destId="{6A5A5B4F-DBEF-419C-A802-5AB2D9C6553B}" srcOrd="1" destOrd="0" presId="urn:microsoft.com/office/officeart/2005/8/layout/vProcess5"/>
    <dgm:cxn modelId="{0E328B31-D999-43DA-B7F8-576DD89EB841}" type="presParOf" srcId="{64FF887F-E643-4429-8932-3894941A2C2B}" destId="{AC535083-A022-4D13-B9BA-CD57976ABB0E}" srcOrd="0" destOrd="0" presId="urn:microsoft.com/office/officeart/2005/8/layout/vProcess5"/>
    <dgm:cxn modelId="{376717BD-880C-42B3-AB96-CD241B8CEF4B}" type="presParOf" srcId="{64FF887F-E643-4429-8932-3894941A2C2B}" destId="{0274C654-83A8-424A-979E-49056887837E}" srcOrd="1" destOrd="0" presId="urn:microsoft.com/office/officeart/2005/8/layout/vProcess5"/>
    <dgm:cxn modelId="{4368C7CE-6F22-42C0-99FA-EFB564F35CBC}" type="presParOf" srcId="{64FF887F-E643-4429-8932-3894941A2C2B}" destId="{3BBABB09-6F45-499D-8220-AD482F51F436}" srcOrd="2" destOrd="0" presId="urn:microsoft.com/office/officeart/2005/8/layout/vProcess5"/>
    <dgm:cxn modelId="{4D18A33F-C791-4DEE-A6BD-F439425DF781}" type="presParOf" srcId="{64FF887F-E643-4429-8932-3894941A2C2B}" destId="{E710E4F4-D20A-4CA9-9C64-2DF9BDCE5CBE}" srcOrd="3" destOrd="0" presId="urn:microsoft.com/office/officeart/2005/8/layout/vProcess5"/>
    <dgm:cxn modelId="{8A7F951F-B508-4194-9973-85F26C804651}" type="presParOf" srcId="{64FF887F-E643-4429-8932-3894941A2C2B}" destId="{E2B62E56-EC50-4440-BD55-8B6C416510E7}" srcOrd="4" destOrd="0" presId="urn:microsoft.com/office/officeart/2005/8/layout/vProcess5"/>
    <dgm:cxn modelId="{A7AE0FA8-7E2F-4BEC-A54C-4F867C44EA3B}" type="presParOf" srcId="{64FF887F-E643-4429-8932-3894941A2C2B}" destId="{88D9E8E8-CB2F-4F8D-8F08-6CE567137B81}" srcOrd="5" destOrd="0" presId="urn:microsoft.com/office/officeart/2005/8/layout/vProcess5"/>
    <dgm:cxn modelId="{A04484AB-E0F8-4F1C-9F30-E8B7F573D59F}" type="presParOf" srcId="{64FF887F-E643-4429-8932-3894941A2C2B}" destId="{E9CBB357-57CF-4C2D-8A31-A5ACCB13F0E1}" srcOrd="6" destOrd="0" presId="urn:microsoft.com/office/officeart/2005/8/layout/vProcess5"/>
    <dgm:cxn modelId="{69F5B7C7-6A2E-40BF-9514-116C18B75F26}" type="presParOf" srcId="{64FF887F-E643-4429-8932-3894941A2C2B}" destId="{DC59D0DD-8AB2-4319-98AC-AB2381E2302A}" srcOrd="7" destOrd="0" presId="urn:microsoft.com/office/officeart/2005/8/layout/vProcess5"/>
    <dgm:cxn modelId="{258AE98B-D2BF-4F68-A0F7-53C5740B2734}" type="presParOf" srcId="{64FF887F-E643-4429-8932-3894941A2C2B}" destId="{6A5A5B4F-DBEF-419C-A802-5AB2D9C6553B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B05B614-FD6C-4F28-A712-501713AEFAAE}" type="doc">
      <dgm:prSet loTypeId="urn:diagrams.loki3.com/BracketList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E6E7EE3-F138-46E4-A589-ADF5DFFC56EA}">
      <dgm:prSet custT="1"/>
      <dgm:spPr/>
      <dgm:t>
        <a:bodyPr/>
        <a:lstStyle/>
        <a:p>
          <a:pPr algn="ctr">
            <a:lnSpc>
              <a:spcPct val="150000"/>
            </a:lnSpc>
          </a:pPr>
          <a:r>
            <a:rPr lang="en-US" sz="1800" b="1" dirty="0"/>
            <a:t>Regulatory Standards</a:t>
          </a:r>
          <a:endParaRPr lang="en-US" sz="1800" dirty="0"/>
        </a:p>
      </dgm:t>
    </dgm:pt>
    <dgm:pt modelId="{D1C43888-3055-4BA3-9928-B3DE751937C1}" type="parTrans" cxnId="{B52D2D92-1EF4-4AC2-901A-7A66138BA67E}">
      <dgm:prSet/>
      <dgm:spPr/>
      <dgm:t>
        <a:bodyPr/>
        <a:lstStyle/>
        <a:p>
          <a:endParaRPr lang="en-US"/>
        </a:p>
      </dgm:t>
    </dgm:pt>
    <dgm:pt modelId="{4807DB57-DF71-464C-88F3-5E8E87AF2628}" type="sibTrans" cxnId="{B52D2D92-1EF4-4AC2-901A-7A66138BA67E}">
      <dgm:prSet/>
      <dgm:spPr/>
      <dgm:t>
        <a:bodyPr/>
        <a:lstStyle/>
        <a:p>
          <a:endParaRPr lang="en-US"/>
        </a:p>
      </dgm:t>
    </dgm:pt>
    <dgm:pt modelId="{ADAF8A4A-0EF8-451B-BF05-88A25DEDCF90}">
      <dgm:prSet custT="1"/>
      <dgm:spPr/>
      <dgm:t>
        <a:bodyPr/>
        <a:lstStyle/>
        <a:p>
          <a:pPr algn="ctr">
            <a:lnSpc>
              <a:spcPct val="150000"/>
            </a:lnSpc>
          </a:pPr>
          <a:r>
            <a:rPr lang="en-US" sz="1800" b="1" dirty="0"/>
            <a:t>Enforcement Gaps</a:t>
          </a:r>
        </a:p>
      </dgm:t>
    </dgm:pt>
    <dgm:pt modelId="{4B10CBC0-8183-41EA-8DED-CF5963746519}" type="parTrans" cxnId="{4D6C21B2-9E34-400D-B55D-EDC959F2EF30}">
      <dgm:prSet/>
      <dgm:spPr/>
      <dgm:t>
        <a:bodyPr/>
        <a:lstStyle/>
        <a:p>
          <a:endParaRPr lang="en-US"/>
        </a:p>
      </dgm:t>
    </dgm:pt>
    <dgm:pt modelId="{0BD899F7-EDBE-41DF-8A6E-E3974FACA270}" type="sibTrans" cxnId="{4D6C21B2-9E34-400D-B55D-EDC959F2EF30}">
      <dgm:prSet/>
      <dgm:spPr/>
      <dgm:t>
        <a:bodyPr/>
        <a:lstStyle/>
        <a:p>
          <a:endParaRPr lang="en-US"/>
        </a:p>
      </dgm:t>
    </dgm:pt>
    <dgm:pt modelId="{97E33A9C-78E1-494E-9D8C-F695339279CE}">
      <dgm:prSet custT="1"/>
      <dgm:spPr/>
      <dgm:t>
        <a:bodyPr/>
        <a:lstStyle/>
        <a:p>
          <a:pPr algn="ctr">
            <a:lnSpc>
              <a:spcPct val="150000"/>
            </a:lnSpc>
          </a:pPr>
          <a:r>
            <a:rPr lang="en-US" sz="1800" b="1" dirty="0"/>
            <a:t>Cross-Border Data Transfers</a:t>
          </a:r>
        </a:p>
      </dgm:t>
    </dgm:pt>
    <dgm:pt modelId="{CF2070E7-F02B-4AEC-950C-E546923BB612}" type="parTrans" cxnId="{E5942712-666B-4C25-9F5D-ECCEF618682F}">
      <dgm:prSet/>
      <dgm:spPr/>
      <dgm:t>
        <a:bodyPr/>
        <a:lstStyle/>
        <a:p>
          <a:endParaRPr lang="en-US"/>
        </a:p>
      </dgm:t>
    </dgm:pt>
    <dgm:pt modelId="{F2745921-8556-4025-823F-53A67B752BAF}" type="sibTrans" cxnId="{E5942712-666B-4C25-9F5D-ECCEF618682F}">
      <dgm:prSet/>
      <dgm:spPr/>
      <dgm:t>
        <a:bodyPr/>
        <a:lstStyle/>
        <a:p>
          <a:endParaRPr lang="en-US"/>
        </a:p>
      </dgm:t>
    </dgm:pt>
    <dgm:pt modelId="{F3F003E0-C589-48EA-93EC-F9D7C19EF203}">
      <dgm:prSet custT="1"/>
      <dgm:spPr/>
      <dgm:t>
        <a:bodyPr/>
        <a:lstStyle/>
        <a:p>
          <a:pPr algn="just">
            <a:lnSpc>
              <a:spcPct val="150000"/>
            </a:lnSpc>
          </a:pPr>
          <a:r>
            <a:rPr lang="en-US" sz="1800" dirty="0"/>
            <a:t>Laws like HIPAA in the U.S. and GDPR in the EU are designed to protect the confidentiality and integrity of health data in IoMT systems.</a:t>
          </a:r>
        </a:p>
      </dgm:t>
    </dgm:pt>
    <dgm:pt modelId="{5D90A6F0-2615-47DA-8B96-5D82DF0DDD70}" type="parTrans" cxnId="{8533A2A3-29E1-411C-A934-AB8C41892E53}">
      <dgm:prSet/>
      <dgm:spPr/>
      <dgm:t>
        <a:bodyPr/>
        <a:lstStyle/>
        <a:p>
          <a:endParaRPr lang="en-US"/>
        </a:p>
      </dgm:t>
    </dgm:pt>
    <dgm:pt modelId="{46940B20-1661-407A-8ABD-BC3FDC43C86E}" type="sibTrans" cxnId="{8533A2A3-29E1-411C-A934-AB8C41892E53}">
      <dgm:prSet/>
      <dgm:spPr/>
      <dgm:t>
        <a:bodyPr/>
        <a:lstStyle/>
        <a:p>
          <a:endParaRPr lang="en-US"/>
        </a:p>
      </dgm:t>
    </dgm:pt>
    <dgm:pt modelId="{280F3E61-C443-4C50-9327-A8A1FDDC4370}">
      <dgm:prSet custT="1"/>
      <dgm:spPr/>
      <dgm:t>
        <a:bodyPr/>
        <a:lstStyle/>
        <a:p>
          <a:pPr algn="just">
            <a:lnSpc>
              <a:spcPct val="150000"/>
            </a:lnSpc>
          </a:pPr>
          <a:r>
            <a:rPr lang="en-US" sz="1800" dirty="0"/>
            <a:t>Implementation and enforcement of these regulations vary widely between regions, leading to compliance challenges and uneven data protection.</a:t>
          </a:r>
        </a:p>
      </dgm:t>
    </dgm:pt>
    <dgm:pt modelId="{6CF5CFDB-A4F1-4F62-9D64-93A391ABFE96}" type="parTrans" cxnId="{ED7C658F-C109-4CC3-9B8F-25A4B0F9116A}">
      <dgm:prSet/>
      <dgm:spPr/>
      <dgm:t>
        <a:bodyPr/>
        <a:lstStyle/>
        <a:p>
          <a:endParaRPr lang="en-US"/>
        </a:p>
      </dgm:t>
    </dgm:pt>
    <dgm:pt modelId="{E8419A0D-5E32-4FAA-86ED-6AF3E9CE0101}" type="sibTrans" cxnId="{ED7C658F-C109-4CC3-9B8F-25A4B0F9116A}">
      <dgm:prSet/>
      <dgm:spPr/>
      <dgm:t>
        <a:bodyPr/>
        <a:lstStyle/>
        <a:p>
          <a:endParaRPr lang="en-US"/>
        </a:p>
      </dgm:t>
    </dgm:pt>
    <dgm:pt modelId="{419F7424-8DAD-4EBB-81D1-892AE21E7CBF}">
      <dgm:prSet custT="1"/>
      <dgm:spPr/>
      <dgm:t>
        <a:bodyPr/>
        <a:lstStyle/>
        <a:p>
          <a:pPr algn="just">
            <a:lnSpc>
              <a:spcPct val="150000"/>
            </a:lnSpc>
          </a:pPr>
          <a:r>
            <a:rPr lang="en-US" sz="1800" dirty="0"/>
            <a:t>International data movement faces legal complications, especially after the Schrems II ruling, which disrupted established data-sharing frameworks.</a:t>
          </a:r>
        </a:p>
      </dgm:t>
    </dgm:pt>
    <dgm:pt modelId="{00E832B3-C127-4734-896B-D824E6C81E68}" type="parTrans" cxnId="{E2772E0B-74E0-45A5-8976-0439103E7555}">
      <dgm:prSet/>
      <dgm:spPr/>
      <dgm:t>
        <a:bodyPr/>
        <a:lstStyle/>
        <a:p>
          <a:endParaRPr lang="en-US"/>
        </a:p>
      </dgm:t>
    </dgm:pt>
    <dgm:pt modelId="{78CBEFBC-8D60-4ED2-8D91-DF540146DB22}" type="sibTrans" cxnId="{E2772E0B-74E0-45A5-8976-0439103E7555}">
      <dgm:prSet/>
      <dgm:spPr/>
      <dgm:t>
        <a:bodyPr/>
        <a:lstStyle/>
        <a:p>
          <a:endParaRPr lang="en-US"/>
        </a:p>
      </dgm:t>
    </dgm:pt>
    <dgm:pt modelId="{4D0B9450-A33C-401D-8C72-03DAC1BA05D5}" type="pres">
      <dgm:prSet presAssocID="{6B05B614-FD6C-4F28-A712-501713AEFAAE}" presName="Name0" presStyleCnt="0">
        <dgm:presLayoutVars>
          <dgm:dir/>
          <dgm:animLvl val="lvl"/>
          <dgm:resizeHandles val="exact"/>
        </dgm:presLayoutVars>
      </dgm:prSet>
      <dgm:spPr/>
    </dgm:pt>
    <dgm:pt modelId="{0CE3765C-99D2-4B08-ACAE-114D69F94D86}" type="pres">
      <dgm:prSet presAssocID="{3E6E7EE3-F138-46E4-A589-ADF5DFFC56EA}" presName="linNode" presStyleCnt="0"/>
      <dgm:spPr/>
    </dgm:pt>
    <dgm:pt modelId="{99A7C5E6-4F52-4EF0-A387-EAB5B467B12B}" type="pres">
      <dgm:prSet presAssocID="{3E6E7EE3-F138-46E4-A589-ADF5DFFC56EA}" presName="parTx" presStyleLbl="revTx" presStyleIdx="0" presStyleCnt="3">
        <dgm:presLayoutVars>
          <dgm:chMax val="1"/>
          <dgm:bulletEnabled val="1"/>
        </dgm:presLayoutVars>
      </dgm:prSet>
      <dgm:spPr/>
    </dgm:pt>
    <dgm:pt modelId="{A2F2E9C9-6447-45C8-BA5A-A77DE4A5E0AB}" type="pres">
      <dgm:prSet presAssocID="{3E6E7EE3-F138-46E4-A589-ADF5DFFC56EA}" presName="bracket" presStyleLbl="parChTrans1D1" presStyleIdx="0" presStyleCnt="3"/>
      <dgm:spPr/>
    </dgm:pt>
    <dgm:pt modelId="{AC64D4FB-F2EB-45B1-B0E5-B814763A232E}" type="pres">
      <dgm:prSet presAssocID="{3E6E7EE3-F138-46E4-A589-ADF5DFFC56EA}" presName="spH" presStyleCnt="0"/>
      <dgm:spPr/>
    </dgm:pt>
    <dgm:pt modelId="{1F15B1C7-5D83-48BE-81CE-03B2255379AA}" type="pres">
      <dgm:prSet presAssocID="{3E6E7EE3-F138-46E4-A589-ADF5DFFC56EA}" presName="desTx" presStyleLbl="node1" presStyleIdx="0" presStyleCnt="3" custScaleX="147059">
        <dgm:presLayoutVars>
          <dgm:bulletEnabled val="1"/>
        </dgm:presLayoutVars>
      </dgm:prSet>
      <dgm:spPr/>
    </dgm:pt>
    <dgm:pt modelId="{0A368E49-6C2F-4F2B-A2F3-59BB541586B0}" type="pres">
      <dgm:prSet presAssocID="{4807DB57-DF71-464C-88F3-5E8E87AF2628}" presName="spV" presStyleCnt="0"/>
      <dgm:spPr/>
    </dgm:pt>
    <dgm:pt modelId="{03E49BD7-BBDB-42D8-A0C1-A13F85D329D9}" type="pres">
      <dgm:prSet presAssocID="{ADAF8A4A-0EF8-451B-BF05-88A25DEDCF90}" presName="linNode" presStyleCnt="0"/>
      <dgm:spPr/>
    </dgm:pt>
    <dgm:pt modelId="{F69825EE-74D2-45D9-9440-8C05F4231DCD}" type="pres">
      <dgm:prSet presAssocID="{ADAF8A4A-0EF8-451B-BF05-88A25DEDCF90}" presName="parTx" presStyleLbl="revTx" presStyleIdx="1" presStyleCnt="3">
        <dgm:presLayoutVars>
          <dgm:chMax val="1"/>
          <dgm:bulletEnabled val="1"/>
        </dgm:presLayoutVars>
      </dgm:prSet>
      <dgm:spPr/>
    </dgm:pt>
    <dgm:pt modelId="{F9201E34-4933-4E05-B1A8-892C16A03FCF}" type="pres">
      <dgm:prSet presAssocID="{ADAF8A4A-0EF8-451B-BF05-88A25DEDCF90}" presName="bracket" presStyleLbl="parChTrans1D1" presStyleIdx="1" presStyleCnt="3"/>
      <dgm:spPr/>
    </dgm:pt>
    <dgm:pt modelId="{E9C7F2DE-97BB-4397-A021-8A0B82D2F9B0}" type="pres">
      <dgm:prSet presAssocID="{ADAF8A4A-0EF8-451B-BF05-88A25DEDCF90}" presName="spH" presStyleCnt="0"/>
      <dgm:spPr/>
    </dgm:pt>
    <dgm:pt modelId="{E8E7497D-49C0-44EE-A2A3-7F3BDFBE8F09}" type="pres">
      <dgm:prSet presAssocID="{ADAF8A4A-0EF8-451B-BF05-88A25DEDCF90}" presName="desTx" presStyleLbl="node1" presStyleIdx="1" presStyleCnt="3" custScaleX="147285">
        <dgm:presLayoutVars>
          <dgm:bulletEnabled val="1"/>
        </dgm:presLayoutVars>
      </dgm:prSet>
      <dgm:spPr/>
    </dgm:pt>
    <dgm:pt modelId="{E0EA8339-83AE-423B-8125-017EEF53FF39}" type="pres">
      <dgm:prSet presAssocID="{0BD899F7-EDBE-41DF-8A6E-E3974FACA270}" presName="spV" presStyleCnt="0"/>
      <dgm:spPr/>
    </dgm:pt>
    <dgm:pt modelId="{5974ACC0-D375-4174-AD2F-08933314DDF0}" type="pres">
      <dgm:prSet presAssocID="{97E33A9C-78E1-494E-9D8C-F695339279CE}" presName="linNode" presStyleCnt="0"/>
      <dgm:spPr/>
    </dgm:pt>
    <dgm:pt modelId="{2B136607-B01E-4E0A-8111-D345E5AA3D27}" type="pres">
      <dgm:prSet presAssocID="{97E33A9C-78E1-494E-9D8C-F695339279CE}" presName="parTx" presStyleLbl="revTx" presStyleIdx="2" presStyleCnt="3">
        <dgm:presLayoutVars>
          <dgm:chMax val="1"/>
          <dgm:bulletEnabled val="1"/>
        </dgm:presLayoutVars>
      </dgm:prSet>
      <dgm:spPr/>
    </dgm:pt>
    <dgm:pt modelId="{1D3B733B-4D03-420B-9478-374530292B23}" type="pres">
      <dgm:prSet presAssocID="{97E33A9C-78E1-494E-9D8C-F695339279CE}" presName="bracket" presStyleLbl="parChTrans1D1" presStyleIdx="2" presStyleCnt="3"/>
      <dgm:spPr/>
    </dgm:pt>
    <dgm:pt modelId="{2BCE9AEA-216B-4086-B03C-629F50553139}" type="pres">
      <dgm:prSet presAssocID="{97E33A9C-78E1-494E-9D8C-F695339279CE}" presName="spH" presStyleCnt="0"/>
      <dgm:spPr/>
    </dgm:pt>
    <dgm:pt modelId="{11C0D032-EAD8-4624-B909-9F8CB80FFC08}" type="pres">
      <dgm:prSet presAssocID="{97E33A9C-78E1-494E-9D8C-F695339279CE}" presName="desTx" presStyleLbl="node1" presStyleIdx="2" presStyleCnt="3" custScaleX="147059">
        <dgm:presLayoutVars>
          <dgm:bulletEnabled val="1"/>
        </dgm:presLayoutVars>
      </dgm:prSet>
      <dgm:spPr/>
    </dgm:pt>
  </dgm:ptLst>
  <dgm:cxnLst>
    <dgm:cxn modelId="{0D7FC804-2F70-4A1D-A2A6-D75E91BC8500}" type="presOf" srcId="{ADAF8A4A-0EF8-451B-BF05-88A25DEDCF90}" destId="{F69825EE-74D2-45D9-9440-8C05F4231DCD}" srcOrd="0" destOrd="0" presId="urn:diagrams.loki3.com/BracketList"/>
    <dgm:cxn modelId="{E2772E0B-74E0-45A5-8976-0439103E7555}" srcId="{97E33A9C-78E1-494E-9D8C-F695339279CE}" destId="{419F7424-8DAD-4EBB-81D1-892AE21E7CBF}" srcOrd="0" destOrd="0" parTransId="{00E832B3-C127-4734-896B-D824E6C81E68}" sibTransId="{78CBEFBC-8D60-4ED2-8D91-DF540146DB22}"/>
    <dgm:cxn modelId="{E5942712-666B-4C25-9F5D-ECCEF618682F}" srcId="{6B05B614-FD6C-4F28-A712-501713AEFAAE}" destId="{97E33A9C-78E1-494E-9D8C-F695339279CE}" srcOrd="2" destOrd="0" parTransId="{CF2070E7-F02B-4AEC-950C-E546923BB612}" sibTransId="{F2745921-8556-4025-823F-53A67B752BAF}"/>
    <dgm:cxn modelId="{925B6042-D5ED-49DD-B766-AFD746413A5D}" type="presOf" srcId="{6B05B614-FD6C-4F28-A712-501713AEFAAE}" destId="{4D0B9450-A33C-401D-8C72-03DAC1BA05D5}" srcOrd="0" destOrd="0" presId="urn:diagrams.loki3.com/BracketList"/>
    <dgm:cxn modelId="{ED7C658F-C109-4CC3-9B8F-25A4B0F9116A}" srcId="{ADAF8A4A-0EF8-451B-BF05-88A25DEDCF90}" destId="{280F3E61-C443-4C50-9327-A8A1FDDC4370}" srcOrd="0" destOrd="0" parTransId="{6CF5CFDB-A4F1-4F62-9D64-93A391ABFE96}" sibTransId="{E8419A0D-5E32-4FAA-86ED-6AF3E9CE0101}"/>
    <dgm:cxn modelId="{B52D2D92-1EF4-4AC2-901A-7A66138BA67E}" srcId="{6B05B614-FD6C-4F28-A712-501713AEFAAE}" destId="{3E6E7EE3-F138-46E4-A589-ADF5DFFC56EA}" srcOrd="0" destOrd="0" parTransId="{D1C43888-3055-4BA3-9928-B3DE751937C1}" sibTransId="{4807DB57-DF71-464C-88F3-5E8E87AF2628}"/>
    <dgm:cxn modelId="{8533A2A3-29E1-411C-A934-AB8C41892E53}" srcId="{3E6E7EE3-F138-46E4-A589-ADF5DFFC56EA}" destId="{F3F003E0-C589-48EA-93EC-F9D7C19EF203}" srcOrd="0" destOrd="0" parTransId="{5D90A6F0-2615-47DA-8B96-5D82DF0DDD70}" sibTransId="{46940B20-1661-407A-8ABD-BC3FDC43C86E}"/>
    <dgm:cxn modelId="{4D6C21B2-9E34-400D-B55D-EDC959F2EF30}" srcId="{6B05B614-FD6C-4F28-A712-501713AEFAAE}" destId="{ADAF8A4A-0EF8-451B-BF05-88A25DEDCF90}" srcOrd="1" destOrd="0" parTransId="{4B10CBC0-8183-41EA-8DED-CF5963746519}" sibTransId="{0BD899F7-EDBE-41DF-8A6E-E3974FACA270}"/>
    <dgm:cxn modelId="{63BCF3C9-88E8-4D14-BE5B-7704FC7E5214}" type="presOf" srcId="{3E6E7EE3-F138-46E4-A589-ADF5DFFC56EA}" destId="{99A7C5E6-4F52-4EF0-A387-EAB5B467B12B}" srcOrd="0" destOrd="0" presId="urn:diagrams.loki3.com/BracketList"/>
    <dgm:cxn modelId="{DCA654CF-DE74-49A0-9872-CB71241E4BD5}" type="presOf" srcId="{280F3E61-C443-4C50-9327-A8A1FDDC4370}" destId="{E8E7497D-49C0-44EE-A2A3-7F3BDFBE8F09}" srcOrd="0" destOrd="0" presId="urn:diagrams.loki3.com/BracketList"/>
    <dgm:cxn modelId="{70C635E4-00FF-4F1C-A5C0-066A8E3BD752}" type="presOf" srcId="{419F7424-8DAD-4EBB-81D1-892AE21E7CBF}" destId="{11C0D032-EAD8-4624-B909-9F8CB80FFC08}" srcOrd="0" destOrd="0" presId="urn:diagrams.loki3.com/BracketList"/>
    <dgm:cxn modelId="{83C1B1E5-C126-4EFC-88D0-83154CF7F1E7}" type="presOf" srcId="{97E33A9C-78E1-494E-9D8C-F695339279CE}" destId="{2B136607-B01E-4E0A-8111-D345E5AA3D27}" srcOrd="0" destOrd="0" presId="urn:diagrams.loki3.com/BracketList"/>
    <dgm:cxn modelId="{FA98CCE9-BC6A-460C-888D-FAA8CB535506}" type="presOf" srcId="{F3F003E0-C589-48EA-93EC-F9D7C19EF203}" destId="{1F15B1C7-5D83-48BE-81CE-03B2255379AA}" srcOrd="0" destOrd="0" presId="urn:diagrams.loki3.com/BracketList"/>
    <dgm:cxn modelId="{53CC3B12-4046-407F-9AC8-162F45F1E01E}" type="presParOf" srcId="{4D0B9450-A33C-401D-8C72-03DAC1BA05D5}" destId="{0CE3765C-99D2-4B08-ACAE-114D69F94D86}" srcOrd="0" destOrd="0" presId="urn:diagrams.loki3.com/BracketList"/>
    <dgm:cxn modelId="{E67E4CAA-DDDE-4223-9B10-446645C95499}" type="presParOf" srcId="{0CE3765C-99D2-4B08-ACAE-114D69F94D86}" destId="{99A7C5E6-4F52-4EF0-A387-EAB5B467B12B}" srcOrd="0" destOrd="0" presId="urn:diagrams.loki3.com/BracketList"/>
    <dgm:cxn modelId="{AF3C88D4-2821-4EE6-8428-F901EDA68CF9}" type="presParOf" srcId="{0CE3765C-99D2-4B08-ACAE-114D69F94D86}" destId="{A2F2E9C9-6447-45C8-BA5A-A77DE4A5E0AB}" srcOrd="1" destOrd="0" presId="urn:diagrams.loki3.com/BracketList"/>
    <dgm:cxn modelId="{387868D2-8687-4F12-B225-B3224CF641A2}" type="presParOf" srcId="{0CE3765C-99D2-4B08-ACAE-114D69F94D86}" destId="{AC64D4FB-F2EB-45B1-B0E5-B814763A232E}" srcOrd="2" destOrd="0" presId="urn:diagrams.loki3.com/BracketList"/>
    <dgm:cxn modelId="{EEDC0544-A11C-4858-93CF-ACA4413F53DC}" type="presParOf" srcId="{0CE3765C-99D2-4B08-ACAE-114D69F94D86}" destId="{1F15B1C7-5D83-48BE-81CE-03B2255379AA}" srcOrd="3" destOrd="0" presId="urn:diagrams.loki3.com/BracketList"/>
    <dgm:cxn modelId="{A4673219-493B-4130-9A9F-73D30DFD112C}" type="presParOf" srcId="{4D0B9450-A33C-401D-8C72-03DAC1BA05D5}" destId="{0A368E49-6C2F-4F2B-A2F3-59BB541586B0}" srcOrd="1" destOrd="0" presId="urn:diagrams.loki3.com/BracketList"/>
    <dgm:cxn modelId="{7C22393C-1DE0-40BB-AAF4-67B151C395F9}" type="presParOf" srcId="{4D0B9450-A33C-401D-8C72-03DAC1BA05D5}" destId="{03E49BD7-BBDB-42D8-A0C1-A13F85D329D9}" srcOrd="2" destOrd="0" presId="urn:diagrams.loki3.com/BracketList"/>
    <dgm:cxn modelId="{420CE123-CD92-444D-ABC9-C9DA17D48AA2}" type="presParOf" srcId="{03E49BD7-BBDB-42D8-A0C1-A13F85D329D9}" destId="{F69825EE-74D2-45D9-9440-8C05F4231DCD}" srcOrd="0" destOrd="0" presId="urn:diagrams.loki3.com/BracketList"/>
    <dgm:cxn modelId="{E28B9E7A-7E65-49F0-A130-6D82FD30EE2C}" type="presParOf" srcId="{03E49BD7-BBDB-42D8-A0C1-A13F85D329D9}" destId="{F9201E34-4933-4E05-B1A8-892C16A03FCF}" srcOrd="1" destOrd="0" presId="urn:diagrams.loki3.com/BracketList"/>
    <dgm:cxn modelId="{8C99F94E-98F6-4C5F-9401-37742ECCEF5D}" type="presParOf" srcId="{03E49BD7-BBDB-42D8-A0C1-A13F85D329D9}" destId="{E9C7F2DE-97BB-4397-A021-8A0B82D2F9B0}" srcOrd="2" destOrd="0" presId="urn:diagrams.loki3.com/BracketList"/>
    <dgm:cxn modelId="{C2E93DC2-BA18-475B-AF30-C47C75B97D92}" type="presParOf" srcId="{03E49BD7-BBDB-42D8-A0C1-A13F85D329D9}" destId="{E8E7497D-49C0-44EE-A2A3-7F3BDFBE8F09}" srcOrd="3" destOrd="0" presId="urn:diagrams.loki3.com/BracketList"/>
    <dgm:cxn modelId="{EBA87890-ABA0-491C-A7E4-C3D427FF6B50}" type="presParOf" srcId="{4D0B9450-A33C-401D-8C72-03DAC1BA05D5}" destId="{E0EA8339-83AE-423B-8125-017EEF53FF39}" srcOrd="3" destOrd="0" presId="urn:diagrams.loki3.com/BracketList"/>
    <dgm:cxn modelId="{180DEEC8-1C9D-4E9E-AF4D-34C6516149BF}" type="presParOf" srcId="{4D0B9450-A33C-401D-8C72-03DAC1BA05D5}" destId="{5974ACC0-D375-4174-AD2F-08933314DDF0}" srcOrd="4" destOrd="0" presId="urn:diagrams.loki3.com/BracketList"/>
    <dgm:cxn modelId="{DE12E820-97A8-4094-B883-87261037AC4A}" type="presParOf" srcId="{5974ACC0-D375-4174-AD2F-08933314DDF0}" destId="{2B136607-B01E-4E0A-8111-D345E5AA3D27}" srcOrd="0" destOrd="0" presId="urn:diagrams.loki3.com/BracketList"/>
    <dgm:cxn modelId="{68E004BE-BE58-45E0-BB95-B41B24498CEA}" type="presParOf" srcId="{5974ACC0-D375-4174-AD2F-08933314DDF0}" destId="{1D3B733B-4D03-420B-9478-374530292B23}" srcOrd="1" destOrd="0" presId="urn:diagrams.loki3.com/BracketList"/>
    <dgm:cxn modelId="{66F1B0BA-BB2B-49AE-9178-3CF36712BB16}" type="presParOf" srcId="{5974ACC0-D375-4174-AD2F-08933314DDF0}" destId="{2BCE9AEA-216B-4086-B03C-629F50553139}" srcOrd="2" destOrd="0" presId="urn:diagrams.loki3.com/BracketList"/>
    <dgm:cxn modelId="{7A4BF27C-817F-4DFF-A142-7DE5239E9BB1}" type="presParOf" srcId="{5974ACC0-D375-4174-AD2F-08933314DDF0}" destId="{11C0D032-EAD8-4624-B909-9F8CB80FFC08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027BDF3-BACE-45E2-80C1-04AACA843C5B}" type="doc">
      <dgm:prSet loTypeId="urn:microsoft.com/office/officeart/2005/8/layout/list1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DC051B-3D27-4B2C-BDAC-A4278F5AC9D4}">
      <dgm:prSet custT="1"/>
      <dgm:spPr/>
      <dgm:t>
        <a:bodyPr/>
        <a:lstStyle/>
        <a:p>
          <a:pPr algn="just">
            <a:lnSpc>
              <a:spcPct val="150000"/>
            </a:lnSpc>
          </a:pPr>
          <a:r>
            <a:rPr lang="en-US" sz="1800" b="1" dirty="0"/>
            <a:t>Technical Issues</a:t>
          </a:r>
          <a:endParaRPr lang="en-US" sz="1800" dirty="0"/>
        </a:p>
      </dgm:t>
    </dgm:pt>
    <dgm:pt modelId="{8EEA0146-19D3-4A4D-AE7C-5ECAE87E1346}" type="parTrans" cxnId="{474589BD-3238-4BC3-884F-586595A257B3}">
      <dgm:prSet/>
      <dgm:spPr/>
      <dgm:t>
        <a:bodyPr/>
        <a:lstStyle/>
        <a:p>
          <a:endParaRPr lang="en-US"/>
        </a:p>
      </dgm:t>
    </dgm:pt>
    <dgm:pt modelId="{AB2EB287-6451-4518-AF85-AD3ECDBB4831}" type="sibTrans" cxnId="{474589BD-3238-4BC3-884F-586595A257B3}">
      <dgm:prSet/>
      <dgm:spPr/>
      <dgm:t>
        <a:bodyPr/>
        <a:lstStyle/>
        <a:p>
          <a:endParaRPr lang="en-US"/>
        </a:p>
      </dgm:t>
    </dgm:pt>
    <dgm:pt modelId="{F38522B2-C0AF-40C3-99DB-08553DBB9AFF}">
      <dgm:prSet custT="1"/>
      <dgm:spPr/>
      <dgm:t>
        <a:bodyPr/>
        <a:lstStyle/>
        <a:p>
          <a:pPr algn="just">
            <a:lnSpc>
              <a:spcPct val="150000"/>
            </a:lnSpc>
          </a:pPr>
          <a:r>
            <a:rPr lang="en-US" sz="1800" b="1" dirty="0"/>
            <a:t>Cost Limitations</a:t>
          </a:r>
          <a:endParaRPr lang="en-US" sz="1800" dirty="0"/>
        </a:p>
      </dgm:t>
    </dgm:pt>
    <dgm:pt modelId="{EEA7C7D9-7CB3-4E9C-9B40-44CFC2E5F456}" type="parTrans" cxnId="{F847B6C7-7365-4668-8EBF-CB37294D031E}">
      <dgm:prSet/>
      <dgm:spPr/>
      <dgm:t>
        <a:bodyPr/>
        <a:lstStyle/>
        <a:p>
          <a:endParaRPr lang="en-US"/>
        </a:p>
      </dgm:t>
    </dgm:pt>
    <dgm:pt modelId="{7F1C358F-A421-44FD-BAD6-A8D063C25CA0}" type="sibTrans" cxnId="{F847B6C7-7365-4668-8EBF-CB37294D031E}">
      <dgm:prSet/>
      <dgm:spPr/>
      <dgm:t>
        <a:bodyPr/>
        <a:lstStyle/>
        <a:p>
          <a:endParaRPr lang="en-US"/>
        </a:p>
      </dgm:t>
    </dgm:pt>
    <dgm:pt modelId="{6008CBA8-963C-4F90-A119-9EDAB699C7BD}">
      <dgm:prSet custT="1"/>
      <dgm:spPr/>
      <dgm:t>
        <a:bodyPr/>
        <a:lstStyle/>
        <a:p>
          <a:pPr algn="just">
            <a:lnSpc>
              <a:spcPct val="150000"/>
            </a:lnSpc>
          </a:pPr>
          <a:r>
            <a:rPr lang="en-US" sz="1800" b="1" dirty="0"/>
            <a:t>Communication Gaps</a:t>
          </a:r>
          <a:endParaRPr lang="en-US" sz="1800" dirty="0"/>
        </a:p>
      </dgm:t>
    </dgm:pt>
    <dgm:pt modelId="{69259CE9-3E1F-4477-BCEC-8347693516E9}" type="parTrans" cxnId="{77C9EC40-CDD5-4271-83E1-60F1D42B0C20}">
      <dgm:prSet/>
      <dgm:spPr/>
      <dgm:t>
        <a:bodyPr/>
        <a:lstStyle/>
        <a:p>
          <a:endParaRPr lang="en-US"/>
        </a:p>
      </dgm:t>
    </dgm:pt>
    <dgm:pt modelId="{E5D55888-E93C-4758-8E2F-8631D7FFA41E}" type="sibTrans" cxnId="{77C9EC40-CDD5-4271-83E1-60F1D42B0C20}">
      <dgm:prSet/>
      <dgm:spPr/>
      <dgm:t>
        <a:bodyPr/>
        <a:lstStyle/>
        <a:p>
          <a:endParaRPr lang="en-US"/>
        </a:p>
      </dgm:t>
    </dgm:pt>
    <dgm:pt modelId="{D86B37B6-673E-4B94-B736-53434A1530E4}">
      <dgm:prSet custT="1"/>
      <dgm:spPr/>
      <dgm:t>
        <a:bodyPr/>
        <a:lstStyle/>
        <a:p>
          <a:pPr algn="just">
            <a:lnSpc>
              <a:spcPct val="150000"/>
            </a:lnSpc>
          </a:pPr>
          <a:r>
            <a:rPr lang="en-US" sz="1800" dirty="0"/>
            <a:t>A major challenge is the </a:t>
          </a:r>
          <a:r>
            <a:rPr lang="en-US" sz="1800" b="0" dirty="0"/>
            <a:t>lack of interoperability between IoMT devices and healthcare platforms, which hinders smooth integration and </a:t>
          </a:r>
          <a:r>
            <a:rPr lang="en-US" sz="1800" dirty="0"/>
            <a:t>secure data exchange.</a:t>
          </a:r>
        </a:p>
      </dgm:t>
    </dgm:pt>
    <dgm:pt modelId="{D8738309-67B4-4748-A9AD-27C5EE42E035}" type="parTrans" cxnId="{9784DC92-C8EE-4364-B0FD-2822EB960439}">
      <dgm:prSet/>
      <dgm:spPr/>
      <dgm:t>
        <a:bodyPr/>
        <a:lstStyle/>
        <a:p>
          <a:endParaRPr lang="en-US"/>
        </a:p>
      </dgm:t>
    </dgm:pt>
    <dgm:pt modelId="{551DA0A5-39CC-445A-ADB0-801824CAF43E}" type="sibTrans" cxnId="{9784DC92-C8EE-4364-B0FD-2822EB960439}">
      <dgm:prSet/>
      <dgm:spPr/>
      <dgm:t>
        <a:bodyPr/>
        <a:lstStyle/>
        <a:p>
          <a:endParaRPr lang="en-US"/>
        </a:p>
      </dgm:t>
    </dgm:pt>
    <dgm:pt modelId="{3446233A-FB24-4028-AAE3-EA4A9E56347A}">
      <dgm:prSet custT="1"/>
      <dgm:spPr/>
      <dgm:t>
        <a:bodyPr/>
        <a:lstStyle/>
        <a:p>
          <a:pPr algn="just">
            <a:lnSpc>
              <a:spcPct val="150000"/>
            </a:lnSpc>
          </a:pPr>
          <a:r>
            <a:rPr lang="en-US" sz="1800" dirty="0"/>
            <a:t>High implementation and maintenance costs </a:t>
          </a:r>
          <a:r>
            <a:rPr lang="en-US" sz="1800" b="0" dirty="0"/>
            <a:t>limit adoption, especially in public hospitals and underfunded healthcare systems.</a:t>
          </a:r>
        </a:p>
      </dgm:t>
    </dgm:pt>
    <dgm:pt modelId="{77B153EA-119E-4205-83C2-351E64EA986D}" type="parTrans" cxnId="{33F6AA22-B0E5-4E5C-BA58-B6454657664B}">
      <dgm:prSet/>
      <dgm:spPr/>
      <dgm:t>
        <a:bodyPr/>
        <a:lstStyle/>
        <a:p>
          <a:endParaRPr lang="en-US"/>
        </a:p>
      </dgm:t>
    </dgm:pt>
    <dgm:pt modelId="{49DE229C-6B2E-421A-ABA0-5991B3B60A87}" type="sibTrans" cxnId="{33F6AA22-B0E5-4E5C-BA58-B6454657664B}">
      <dgm:prSet/>
      <dgm:spPr/>
      <dgm:t>
        <a:bodyPr/>
        <a:lstStyle/>
        <a:p>
          <a:endParaRPr lang="en-US"/>
        </a:p>
      </dgm:t>
    </dgm:pt>
    <dgm:pt modelId="{CBC98A76-E90D-4ECB-B335-EE6D33FF8969}">
      <dgm:prSet custT="1"/>
      <dgm:spPr/>
      <dgm:t>
        <a:bodyPr/>
        <a:lstStyle/>
        <a:p>
          <a:pPr algn="just">
            <a:lnSpc>
              <a:spcPct val="150000"/>
            </a:lnSpc>
          </a:pPr>
          <a:r>
            <a:rPr lang="en-US" sz="1800" dirty="0"/>
            <a:t>Poor coordination between </a:t>
          </a:r>
          <a:r>
            <a:rPr lang="en-US" sz="1800" b="0" dirty="0"/>
            <a:t>IT teams, clinicians, and administrators leads to delayed responses and weak overall cybersecurity strategies</a:t>
          </a:r>
          <a:r>
            <a:rPr lang="en-US" sz="1800" dirty="0"/>
            <a:t>.</a:t>
          </a:r>
        </a:p>
      </dgm:t>
    </dgm:pt>
    <dgm:pt modelId="{653EFB09-2301-4723-AA85-43FBB6611FC9}" type="parTrans" cxnId="{74245CC5-CF57-4AE1-ADE0-6889D09E21E6}">
      <dgm:prSet/>
      <dgm:spPr/>
      <dgm:t>
        <a:bodyPr/>
        <a:lstStyle/>
        <a:p>
          <a:endParaRPr lang="en-US"/>
        </a:p>
      </dgm:t>
    </dgm:pt>
    <dgm:pt modelId="{E0742028-0116-4241-83D6-E32EB38619A0}" type="sibTrans" cxnId="{74245CC5-CF57-4AE1-ADE0-6889D09E21E6}">
      <dgm:prSet/>
      <dgm:spPr/>
      <dgm:t>
        <a:bodyPr/>
        <a:lstStyle/>
        <a:p>
          <a:endParaRPr lang="en-US"/>
        </a:p>
      </dgm:t>
    </dgm:pt>
    <dgm:pt modelId="{2AA41818-43B0-4FC1-9A60-461022BAE03D}" type="pres">
      <dgm:prSet presAssocID="{F027BDF3-BACE-45E2-80C1-04AACA843C5B}" presName="linear" presStyleCnt="0">
        <dgm:presLayoutVars>
          <dgm:dir/>
          <dgm:animLvl val="lvl"/>
          <dgm:resizeHandles val="exact"/>
        </dgm:presLayoutVars>
      </dgm:prSet>
      <dgm:spPr/>
    </dgm:pt>
    <dgm:pt modelId="{C381E0CF-1494-4A2B-B250-7BBC52C439E6}" type="pres">
      <dgm:prSet presAssocID="{36DC051B-3D27-4B2C-BDAC-A4278F5AC9D4}" presName="parentLin" presStyleCnt="0"/>
      <dgm:spPr/>
    </dgm:pt>
    <dgm:pt modelId="{96218849-86D1-4598-902B-15F2406FCC0E}" type="pres">
      <dgm:prSet presAssocID="{36DC051B-3D27-4B2C-BDAC-A4278F5AC9D4}" presName="parentLeftMargin" presStyleLbl="node1" presStyleIdx="0" presStyleCnt="3"/>
      <dgm:spPr/>
    </dgm:pt>
    <dgm:pt modelId="{22619703-6B5F-4126-AED0-F877B7809B56}" type="pres">
      <dgm:prSet presAssocID="{36DC051B-3D27-4B2C-BDAC-A4278F5AC9D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E9DBAC3-E70C-4028-97A2-E19D556B38E5}" type="pres">
      <dgm:prSet presAssocID="{36DC051B-3D27-4B2C-BDAC-A4278F5AC9D4}" presName="negativeSpace" presStyleCnt="0"/>
      <dgm:spPr/>
    </dgm:pt>
    <dgm:pt modelId="{4FB61326-8A32-4ED0-825D-F3E370164067}" type="pres">
      <dgm:prSet presAssocID="{36DC051B-3D27-4B2C-BDAC-A4278F5AC9D4}" presName="childText" presStyleLbl="conFgAcc1" presStyleIdx="0" presStyleCnt="3">
        <dgm:presLayoutVars>
          <dgm:bulletEnabled val="1"/>
        </dgm:presLayoutVars>
      </dgm:prSet>
      <dgm:spPr/>
    </dgm:pt>
    <dgm:pt modelId="{3D57789D-4D3A-45E4-8316-6BA2B7D4F9C4}" type="pres">
      <dgm:prSet presAssocID="{AB2EB287-6451-4518-AF85-AD3ECDBB4831}" presName="spaceBetweenRectangles" presStyleCnt="0"/>
      <dgm:spPr/>
    </dgm:pt>
    <dgm:pt modelId="{ED4E690C-7B71-4EAD-94F2-B12EEBADACF8}" type="pres">
      <dgm:prSet presAssocID="{F38522B2-C0AF-40C3-99DB-08553DBB9AFF}" presName="parentLin" presStyleCnt="0"/>
      <dgm:spPr/>
    </dgm:pt>
    <dgm:pt modelId="{F0CCDC70-615D-4342-9C3A-FD9F413D9442}" type="pres">
      <dgm:prSet presAssocID="{F38522B2-C0AF-40C3-99DB-08553DBB9AFF}" presName="parentLeftMargin" presStyleLbl="node1" presStyleIdx="0" presStyleCnt="3"/>
      <dgm:spPr/>
    </dgm:pt>
    <dgm:pt modelId="{8888DC09-57BF-4FE6-87D2-F0F437B99382}" type="pres">
      <dgm:prSet presAssocID="{F38522B2-C0AF-40C3-99DB-08553DBB9AF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A970CB2-63C4-4AB0-9FAB-22F443D6FD3B}" type="pres">
      <dgm:prSet presAssocID="{F38522B2-C0AF-40C3-99DB-08553DBB9AFF}" presName="negativeSpace" presStyleCnt="0"/>
      <dgm:spPr/>
    </dgm:pt>
    <dgm:pt modelId="{2F17F952-A6D9-431C-A032-4CC2FAFF9AC1}" type="pres">
      <dgm:prSet presAssocID="{F38522B2-C0AF-40C3-99DB-08553DBB9AFF}" presName="childText" presStyleLbl="conFgAcc1" presStyleIdx="1" presStyleCnt="3">
        <dgm:presLayoutVars>
          <dgm:bulletEnabled val="1"/>
        </dgm:presLayoutVars>
      </dgm:prSet>
      <dgm:spPr/>
    </dgm:pt>
    <dgm:pt modelId="{33BCF4C6-93AE-425E-8626-DA671AADF46B}" type="pres">
      <dgm:prSet presAssocID="{7F1C358F-A421-44FD-BAD6-A8D063C25CA0}" presName="spaceBetweenRectangles" presStyleCnt="0"/>
      <dgm:spPr/>
    </dgm:pt>
    <dgm:pt modelId="{1F2447F2-2A10-4321-99AE-581DA5A0FAD5}" type="pres">
      <dgm:prSet presAssocID="{6008CBA8-963C-4F90-A119-9EDAB699C7BD}" presName="parentLin" presStyleCnt="0"/>
      <dgm:spPr/>
    </dgm:pt>
    <dgm:pt modelId="{AF9126D4-6B78-4460-8594-3A12BE923572}" type="pres">
      <dgm:prSet presAssocID="{6008CBA8-963C-4F90-A119-9EDAB699C7BD}" presName="parentLeftMargin" presStyleLbl="node1" presStyleIdx="1" presStyleCnt="3"/>
      <dgm:spPr/>
    </dgm:pt>
    <dgm:pt modelId="{53644D52-83B1-484B-80EF-E3C4F23582BF}" type="pres">
      <dgm:prSet presAssocID="{6008CBA8-963C-4F90-A119-9EDAB699C7B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362B908-6588-46F5-B0E9-C74A078E999B}" type="pres">
      <dgm:prSet presAssocID="{6008CBA8-963C-4F90-A119-9EDAB699C7BD}" presName="negativeSpace" presStyleCnt="0"/>
      <dgm:spPr/>
    </dgm:pt>
    <dgm:pt modelId="{84C1B6AD-BB53-4220-8388-F3E8AE241D7F}" type="pres">
      <dgm:prSet presAssocID="{6008CBA8-963C-4F90-A119-9EDAB699C7B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3551F09-71E9-4C51-891C-FCE45A4639FF}" type="presOf" srcId="{F027BDF3-BACE-45E2-80C1-04AACA843C5B}" destId="{2AA41818-43B0-4FC1-9A60-461022BAE03D}" srcOrd="0" destOrd="0" presId="urn:microsoft.com/office/officeart/2005/8/layout/list1"/>
    <dgm:cxn modelId="{33F6AA22-B0E5-4E5C-BA58-B6454657664B}" srcId="{F38522B2-C0AF-40C3-99DB-08553DBB9AFF}" destId="{3446233A-FB24-4028-AAE3-EA4A9E56347A}" srcOrd="0" destOrd="0" parTransId="{77B153EA-119E-4205-83C2-351E64EA986D}" sibTransId="{49DE229C-6B2E-421A-ABA0-5991B3B60A87}"/>
    <dgm:cxn modelId="{CBB9F623-910A-4CB2-9BEA-3A5C7C8AEEAD}" type="presOf" srcId="{F38522B2-C0AF-40C3-99DB-08553DBB9AFF}" destId="{F0CCDC70-615D-4342-9C3A-FD9F413D9442}" srcOrd="0" destOrd="0" presId="urn:microsoft.com/office/officeart/2005/8/layout/list1"/>
    <dgm:cxn modelId="{77C9EC40-CDD5-4271-83E1-60F1D42B0C20}" srcId="{F027BDF3-BACE-45E2-80C1-04AACA843C5B}" destId="{6008CBA8-963C-4F90-A119-9EDAB699C7BD}" srcOrd="2" destOrd="0" parTransId="{69259CE9-3E1F-4477-BCEC-8347693516E9}" sibTransId="{E5D55888-E93C-4758-8E2F-8631D7FFA41E}"/>
    <dgm:cxn modelId="{A5807044-A1D1-467A-AF70-5048228DA4AD}" type="presOf" srcId="{36DC051B-3D27-4B2C-BDAC-A4278F5AC9D4}" destId="{96218849-86D1-4598-902B-15F2406FCC0E}" srcOrd="0" destOrd="0" presId="urn:microsoft.com/office/officeart/2005/8/layout/list1"/>
    <dgm:cxn modelId="{50311B70-A11D-40C3-82F6-B17ED9680F7A}" type="presOf" srcId="{36DC051B-3D27-4B2C-BDAC-A4278F5AC9D4}" destId="{22619703-6B5F-4126-AED0-F877B7809B56}" srcOrd="1" destOrd="0" presId="urn:microsoft.com/office/officeart/2005/8/layout/list1"/>
    <dgm:cxn modelId="{CBC69D87-567C-4F9A-964D-64D37E53AD73}" type="presOf" srcId="{CBC98A76-E90D-4ECB-B335-EE6D33FF8969}" destId="{84C1B6AD-BB53-4220-8388-F3E8AE241D7F}" srcOrd="0" destOrd="0" presId="urn:microsoft.com/office/officeart/2005/8/layout/list1"/>
    <dgm:cxn modelId="{9784DC92-C8EE-4364-B0FD-2822EB960439}" srcId="{36DC051B-3D27-4B2C-BDAC-A4278F5AC9D4}" destId="{D86B37B6-673E-4B94-B736-53434A1530E4}" srcOrd="0" destOrd="0" parTransId="{D8738309-67B4-4748-A9AD-27C5EE42E035}" sibTransId="{551DA0A5-39CC-445A-ADB0-801824CAF43E}"/>
    <dgm:cxn modelId="{474589BD-3238-4BC3-884F-586595A257B3}" srcId="{F027BDF3-BACE-45E2-80C1-04AACA843C5B}" destId="{36DC051B-3D27-4B2C-BDAC-A4278F5AC9D4}" srcOrd="0" destOrd="0" parTransId="{8EEA0146-19D3-4A4D-AE7C-5ECAE87E1346}" sibTransId="{AB2EB287-6451-4518-AF85-AD3ECDBB4831}"/>
    <dgm:cxn modelId="{CDE93FC0-3F0D-482B-866B-40D4CEC81829}" type="presOf" srcId="{F38522B2-C0AF-40C3-99DB-08553DBB9AFF}" destId="{8888DC09-57BF-4FE6-87D2-F0F437B99382}" srcOrd="1" destOrd="0" presId="urn:microsoft.com/office/officeart/2005/8/layout/list1"/>
    <dgm:cxn modelId="{74245CC5-CF57-4AE1-ADE0-6889D09E21E6}" srcId="{6008CBA8-963C-4F90-A119-9EDAB699C7BD}" destId="{CBC98A76-E90D-4ECB-B335-EE6D33FF8969}" srcOrd="0" destOrd="0" parTransId="{653EFB09-2301-4723-AA85-43FBB6611FC9}" sibTransId="{E0742028-0116-4241-83D6-E32EB38619A0}"/>
    <dgm:cxn modelId="{F847B6C7-7365-4668-8EBF-CB37294D031E}" srcId="{F027BDF3-BACE-45E2-80C1-04AACA843C5B}" destId="{F38522B2-C0AF-40C3-99DB-08553DBB9AFF}" srcOrd="1" destOrd="0" parTransId="{EEA7C7D9-7CB3-4E9C-9B40-44CFC2E5F456}" sibTransId="{7F1C358F-A421-44FD-BAD6-A8D063C25CA0}"/>
    <dgm:cxn modelId="{B488BEDB-93B5-44F9-8BB0-975A894EA937}" type="presOf" srcId="{6008CBA8-963C-4F90-A119-9EDAB699C7BD}" destId="{AF9126D4-6B78-4460-8594-3A12BE923572}" srcOrd="0" destOrd="0" presId="urn:microsoft.com/office/officeart/2005/8/layout/list1"/>
    <dgm:cxn modelId="{E4FBDBE6-B840-4749-ACA7-D17384FBCC78}" type="presOf" srcId="{D86B37B6-673E-4B94-B736-53434A1530E4}" destId="{4FB61326-8A32-4ED0-825D-F3E370164067}" srcOrd="0" destOrd="0" presId="urn:microsoft.com/office/officeart/2005/8/layout/list1"/>
    <dgm:cxn modelId="{6BB6E1EE-601E-4DC1-B469-754A9112B70C}" type="presOf" srcId="{6008CBA8-963C-4F90-A119-9EDAB699C7BD}" destId="{53644D52-83B1-484B-80EF-E3C4F23582BF}" srcOrd="1" destOrd="0" presId="urn:microsoft.com/office/officeart/2005/8/layout/list1"/>
    <dgm:cxn modelId="{C8411CFF-1564-46C9-AA7A-383B3E182CB3}" type="presOf" srcId="{3446233A-FB24-4028-AAE3-EA4A9E56347A}" destId="{2F17F952-A6D9-431C-A032-4CC2FAFF9AC1}" srcOrd="0" destOrd="0" presId="urn:microsoft.com/office/officeart/2005/8/layout/list1"/>
    <dgm:cxn modelId="{586983D7-5847-4DED-900D-7F65851EEB0C}" type="presParOf" srcId="{2AA41818-43B0-4FC1-9A60-461022BAE03D}" destId="{C381E0CF-1494-4A2B-B250-7BBC52C439E6}" srcOrd="0" destOrd="0" presId="urn:microsoft.com/office/officeart/2005/8/layout/list1"/>
    <dgm:cxn modelId="{48A8DB8F-0C26-49A6-8DF9-B2ECCB24F094}" type="presParOf" srcId="{C381E0CF-1494-4A2B-B250-7BBC52C439E6}" destId="{96218849-86D1-4598-902B-15F2406FCC0E}" srcOrd="0" destOrd="0" presId="urn:microsoft.com/office/officeart/2005/8/layout/list1"/>
    <dgm:cxn modelId="{7A0E4DC1-9C42-4C6B-8C1C-3B0A8871D2CE}" type="presParOf" srcId="{C381E0CF-1494-4A2B-B250-7BBC52C439E6}" destId="{22619703-6B5F-4126-AED0-F877B7809B56}" srcOrd="1" destOrd="0" presId="urn:microsoft.com/office/officeart/2005/8/layout/list1"/>
    <dgm:cxn modelId="{2A85BE7C-74A7-442A-9EFF-F5FC788078D0}" type="presParOf" srcId="{2AA41818-43B0-4FC1-9A60-461022BAE03D}" destId="{6E9DBAC3-E70C-4028-97A2-E19D556B38E5}" srcOrd="1" destOrd="0" presId="urn:microsoft.com/office/officeart/2005/8/layout/list1"/>
    <dgm:cxn modelId="{28EA961B-187C-42D3-AC07-DBB9410FAB64}" type="presParOf" srcId="{2AA41818-43B0-4FC1-9A60-461022BAE03D}" destId="{4FB61326-8A32-4ED0-825D-F3E370164067}" srcOrd="2" destOrd="0" presId="urn:microsoft.com/office/officeart/2005/8/layout/list1"/>
    <dgm:cxn modelId="{317803AF-4A01-4994-BF6C-2B29A8581E4F}" type="presParOf" srcId="{2AA41818-43B0-4FC1-9A60-461022BAE03D}" destId="{3D57789D-4D3A-45E4-8316-6BA2B7D4F9C4}" srcOrd="3" destOrd="0" presId="urn:microsoft.com/office/officeart/2005/8/layout/list1"/>
    <dgm:cxn modelId="{1A8D7CB6-44CC-4B2A-9840-7C93EF7C4242}" type="presParOf" srcId="{2AA41818-43B0-4FC1-9A60-461022BAE03D}" destId="{ED4E690C-7B71-4EAD-94F2-B12EEBADACF8}" srcOrd="4" destOrd="0" presId="urn:microsoft.com/office/officeart/2005/8/layout/list1"/>
    <dgm:cxn modelId="{8B741E18-A242-4D06-93E2-CED4AE15E275}" type="presParOf" srcId="{ED4E690C-7B71-4EAD-94F2-B12EEBADACF8}" destId="{F0CCDC70-615D-4342-9C3A-FD9F413D9442}" srcOrd="0" destOrd="0" presId="urn:microsoft.com/office/officeart/2005/8/layout/list1"/>
    <dgm:cxn modelId="{88EB229E-3D84-4D75-8FD3-7286F760AB3E}" type="presParOf" srcId="{ED4E690C-7B71-4EAD-94F2-B12EEBADACF8}" destId="{8888DC09-57BF-4FE6-87D2-F0F437B99382}" srcOrd="1" destOrd="0" presId="urn:microsoft.com/office/officeart/2005/8/layout/list1"/>
    <dgm:cxn modelId="{8F30ECFA-2E58-4D78-B8FD-42D2DF02147E}" type="presParOf" srcId="{2AA41818-43B0-4FC1-9A60-461022BAE03D}" destId="{9A970CB2-63C4-4AB0-9FAB-22F443D6FD3B}" srcOrd="5" destOrd="0" presId="urn:microsoft.com/office/officeart/2005/8/layout/list1"/>
    <dgm:cxn modelId="{FB084006-EBFD-4A11-A3C8-DDD3660C7377}" type="presParOf" srcId="{2AA41818-43B0-4FC1-9A60-461022BAE03D}" destId="{2F17F952-A6D9-431C-A032-4CC2FAFF9AC1}" srcOrd="6" destOrd="0" presId="urn:microsoft.com/office/officeart/2005/8/layout/list1"/>
    <dgm:cxn modelId="{5B9EC2A7-D8A2-4D1B-8065-9BB0B8FAC55B}" type="presParOf" srcId="{2AA41818-43B0-4FC1-9A60-461022BAE03D}" destId="{33BCF4C6-93AE-425E-8626-DA671AADF46B}" srcOrd="7" destOrd="0" presId="urn:microsoft.com/office/officeart/2005/8/layout/list1"/>
    <dgm:cxn modelId="{925D1690-DF32-485F-A2AD-3F962DC0466B}" type="presParOf" srcId="{2AA41818-43B0-4FC1-9A60-461022BAE03D}" destId="{1F2447F2-2A10-4321-99AE-581DA5A0FAD5}" srcOrd="8" destOrd="0" presId="urn:microsoft.com/office/officeart/2005/8/layout/list1"/>
    <dgm:cxn modelId="{020D5BA2-CBD9-4AA4-9E7A-1971A6F5AB3B}" type="presParOf" srcId="{1F2447F2-2A10-4321-99AE-581DA5A0FAD5}" destId="{AF9126D4-6B78-4460-8594-3A12BE923572}" srcOrd="0" destOrd="0" presId="urn:microsoft.com/office/officeart/2005/8/layout/list1"/>
    <dgm:cxn modelId="{D1E2FCF3-79FB-45A9-A4E5-2B35A0C6669F}" type="presParOf" srcId="{1F2447F2-2A10-4321-99AE-581DA5A0FAD5}" destId="{53644D52-83B1-484B-80EF-E3C4F23582BF}" srcOrd="1" destOrd="0" presId="urn:microsoft.com/office/officeart/2005/8/layout/list1"/>
    <dgm:cxn modelId="{4AFF8D9B-B785-44B2-9493-C4B849302881}" type="presParOf" srcId="{2AA41818-43B0-4FC1-9A60-461022BAE03D}" destId="{A362B908-6588-46F5-B0E9-C74A078E999B}" srcOrd="9" destOrd="0" presId="urn:microsoft.com/office/officeart/2005/8/layout/list1"/>
    <dgm:cxn modelId="{815B7E47-2EE0-4D56-9230-9BCF1482B372}" type="presParOf" srcId="{2AA41818-43B0-4FC1-9A60-461022BAE03D}" destId="{84C1B6AD-BB53-4220-8388-F3E8AE241D7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7165609-20BC-46E5-8DA1-287B55E41D64}" type="doc">
      <dgm:prSet loTypeId="urn:microsoft.com/office/officeart/2008/layout/VerticalCurvedList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BCD4CA4-352E-411F-9030-0CBAB87DEEF8}">
      <dgm:prSet custT="1"/>
      <dgm:spPr/>
      <dgm:t>
        <a:bodyPr/>
        <a:lstStyle/>
        <a:p>
          <a:pPr algn="just">
            <a:lnSpc>
              <a:spcPct val="150000"/>
            </a:lnSpc>
          </a:pPr>
          <a:r>
            <a:rPr lang="en-US" sz="1800"/>
            <a:t>Many AI and blockchain tools are still in early prototype or testing stages.</a:t>
          </a:r>
        </a:p>
      </dgm:t>
    </dgm:pt>
    <dgm:pt modelId="{0823C52C-21A7-4D1A-AEF7-4E6210CD5CDE}" type="parTrans" cxnId="{86BFC4AB-32EB-490B-B941-04C22C8E8604}">
      <dgm:prSet/>
      <dgm:spPr/>
      <dgm:t>
        <a:bodyPr/>
        <a:lstStyle/>
        <a:p>
          <a:endParaRPr lang="en-US"/>
        </a:p>
      </dgm:t>
    </dgm:pt>
    <dgm:pt modelId="{221F23A9-04DA-4F19-9105-EA6D83E3A055}" type="sibTrans" cxnId="{86BFC4AB-32EB-490B-B941-04C22C8E8604}">
      <dgm:prSet/>
      <dgm:spPr/>
      <dgm:t>
        <a:bodyPr/>
        <a:lstStyle/>
        <a:p>
          <a:endParaRPr lang="en-US"/>
        </a:p>
      </dgm:t>
    </dgm:pt>
    <dgm:pt modelId="{9CBDCD32-3A0B-41C2-ADFD-D7264DC2B28A}">
      <dgm:prSet custT="1"/>
      <dgm:spPr/>
      <dgm:t>
        <a:bodyPr/>
        <a:lstStyle/>
        <a:p>
          <a:pPr algn="just">
            <a:lnSpc>
              <a:spcPct val="150000"/>
            </a:lnSpc>
          </a:pPr>
          <a:r>
            <a:rPr lang="en-US" sz="1800" dirty="0"/>
            <a:t>Studies show mixed results on how scalable and effective these tools are in practice.</a:t>
          </a:r>
        </a:p>
      </dgm:t>
    </dgm:pt>
    <dgm:pt modelId="{EEB7B8A3-4EC5-4C58-A8D5-304B9D44E218}" type="parTrans" cxnId="{715FA40F-8644-4A56-B37E-D5C18DCBFDFB}">
      <dgm:prSet/>
      <dgm:spPr/>
      <dgm:t>
        <a:bodyPr/>
        <a:lstStyle/>
        <a:p>
          <a:endParaRPr lang="en-US"/>
        </a:p>
      </dgm:t>
    </dgm:pt>
    <dgm:pt modelId="{5D18EDE0-8B88-40A4-B8D0-34455F60BFD8}" type="sibTrans" cxnId="{715FA40F-8644-4A56-B37E-D5C18DCBFDFB}">
      <dgm:prSet/>
      <dgm:spPr/>
      <dgm:t>
        <a:bodyPr/>
        <a:lstStyle/>
        <a:p>
          <a:endParaRPr lang="en-US"/>
        </a:p>
      </dgm:t>
    </dgm:pt>
    <dgm:pt modelId="{5E43CD0B-6C58-4310-9A22-7C6549874B42}">
      <dgm:prSet custT="1"/>
      <dgm:spPr/>
      <dgm:t>
        <a:bodyPr/>
        <a:lstStyle/>
        <a:p>
          <a:pPr algn="just">
            <a:lnSpc>
              <a:spcPct val="150000"/>
            </a:lnSpc>
          </a:pPr>
          <a:r>
            <a:rPr lang="en-US" sz="1800"/>
            <a:t>There's no global standard for securing IoMT, leading to inconsistent approaches.</a:t>
          </a:r>
        </a:p>
      </dgm:t>
    </dgm:pt>
    <dgm:pt modelId="{2D4161C3-4893-417C-B4CC-FF81317CA5A2}" type="parTrans" cxnId="{984873C9-880E-4716-95C8-76D4A8672BAE}">
      <dgm:prSet/>
      <dgm:spPr/>
      <dgm:t>
        <a:bodyPr/>
        <a:lstStyle/>
        <a:p>
          <a:endParaRPr lang="en-US"/>
        </a:p>
      </dgm:t>
    </dgm:pt>
    <dgm:pt modelId="{F1F6C7EC-CA75-4B9E-89A7-CAB811F5AC3D}" type="sibTrans" cxnId="{984873C9-880E-4716-95C8-76D4A8672BAE}">
      <dgm:prSet/>
      <dgm:spPr/>
      <dgm:t>
        <a:bodyPr/>
        <a:lstStyle/>
        <a:p>
          <a:endParaRPr lang="en-US"/>
        </a:p>
      </dgm:t>
    </dgm:pt>
    <dgm:pt modelId="{553D65B2-9482-45AD-B8B4-644236F45A77}">
      <dgm:prSet custT="1"/>
      <dgm:spPr/>
      <dgm:t>
        <a:bodyPr/>
        <a:lstStyle/>
        <a:p>
          <a:pPr algn="just">
            <a:lnSpc>
              <a:spcPct val="150000"/>
            </a:lnSpc>
          </a:pPr>
          <a:r>
            <a:rPr lang="en-US" sz="1800" dirty="0"/>
            <a:t>Most research lacks validation in real clinical environments.</a:t>
          </a:r>
        </a:p>
      </dgm:t>
    </dgm:pt>
    <dgm:pt modelId="{968240F7-8B13-4DED-B9CD-D515ACAA5655}" type="parTrans" cxnId="{36D028F6-F000-49E3-A6F4-B555EF8587B6}">
      <dgm:prSet/>
      <dgm:spPr/>
      <dgm:t>
        <a:bodyPr/>
        <a:lstStyle/>
        <a:p>
          <a:endParaRPr lang="en-US"/>
        </a:p>
      </dgm:t>
    </dgm:pt>
    <dgm:pt modelId="{D9D73441-F6A5-4C62-B8C3-ED630C5B5FC9}" type="sibTrans" cxnId="{36D028F6-F000-49E3-A6F4-B555EF8587B6}">
      <dgm:prSet/>
      <dgm:spPr/>
      <dgm:t>
        <a:bodyPr/>
        <a:lstStyle/>
        <a:p>
          <a:endParaRPr lang="en-US"/>
        </a:p>
      </dgm:t>
    </dgm:pt>
    <dgm:pt modelId="{4DA43A49-FB0B-46B0-97C2-BC3793ABFFB4}" type="pres">
      <dgm:prSet presAssocID="{B7165609-20BC-46E5-8DA1-287B55E41D64}" presName="Name0" presStyleCnt="0">
        <dgm:presLayoutVars>
          <dgm:chMax val="7"/>
          <dgm:chPref val="7"/>
          <dgm:dir/>
        </dgm:presLayoutVars>
      </dgm:prSet>
      <dgm:spPr/>
    </dgm:pt>
    <dgm:pt modelId="{B59E7814-0624-48F2-BFA5-530374251D99}" type="pres">
      <dgm:prSet presAssocID="{B7165609-20BC-46E5-8DA1-287B55E41D64}" presName="Name1" presStyleCnt="0"/>
      <dgm:spPr/>
    </dgm:pt>
    <dgm:pt modelId="{EB9BF205-42DA-4DDB-A185-CC85EB962A84}" type="pres">
      <dgm:prSet presAssocID="{B7165609-20BC-46E5-8DA1-287B55E41D64}" presName="cycle" presStyleCnt="0"/>
      <dgm:spPr/>
    </dgm:pt>
    <dgm:pt modelId="{B9EC4DC4-9C27-4EA7-94FA-2BB0276E3271}" type="pres">
      <dgm:prSet presAssocID="{B7165609-20BC-46E5-8DA1-287B55E41D64}" presName="srcNode" presStyleLbl="node1" presStyleIdx="0" presStyleCnt="4"/>
      <dgm:spPr/>
    </dgm:pt>
    <dgm:pt modelId="{300B8D3E-C829-42A5-A37B-91F4C2F677F7}" type="pres">
      <dgm:prSet presAssocID="{B7165609-20BC-46E5-8DA1-287B55E41D64}" presName="conn" presStyleLbl="parChTrans1D2" presStyleIdx="0" presStyleCnt="1"/>
      <dgm:spPr/>
    </dgm:pt>
    <dgm:pt modelId="{51FE6776-7591-48D3-B5F9-1967AC59FF21}" type="pres">
      <dgm:prSet presAssocID="{B7165609-20BC-46E5-8DA1-287B55E41D64}" presName="extraNode" presStyleLbl="node1" presStyleIdx="0" presStyleCnt="4"/>
      <dgm:spPr/>
    </dgm:pt>
    <dgm:pt modelId="{88E0CAD3-31C9-41E2-8419-E8F68E4CA4A6}" type="pres">
      <dgm:prSet presAssocID="{B7165609-20BC-46E5-8DA1-287B55E41D64}" presName="dstNode" presStyleLbl="node1" presStyleIdx="0" presStyleCnt="4"/>
      <dgm:spPr/>
    </dgm:pt>
    <dgm:pt modelId="{EB425EB4-F9F1-4DBE-9E26-D1EFAA6D3E47}" type="pres">
      <dgm:prSet presAssocID="{FBCD4CA4-352E-411F-9030-0CBAB87DEEF8}" presName="text_1" presStyleLbl="node1" presStyleIdx="0" presStyleCnt="4">
        <dgm:presLayoutVars>
          <dgm:bulletEnabled val="1"/>
        </dgm:presLayoutVars>
      </dgm:prSet>
      <dgm:spPr/>
    </dgm:pt>
    <dgm:pt modelId="{BC9FE1BF-3593-45EB-96C6-F65AA310BA1D}" type="pres">
      <dgm:prSet presAssocID="{FBCD4CA4-352E-411F-9030-0CBAB87DEEF8}" presName="accent_1" presStyleCnt="0"/>
      <dgm:spPr/>
    </dgm:pt>
    <dgm:pt modelId="{63E31A24-672D-44C5-9FFB-11D4088EC101}" type="pres">
      <dgm:prSet presAssocID="{FBCD4CA4-352E-411F-9030-0CBAB87DEEF8}" presName="accentRepeatNode" presStyleLbl="solidFgAcc1" presStyleIdx="0" presStyleCnt="4"/>
      <dgm:spPr/>
    </dgm:pt>
    <dgm:pt modelId="{63DE1A31-4E7C-49B4-84BE-291A71DB6CE5}" type="pres">
      <dgm:prSet presAssocID="{9CBDCD32-3A0B-41C2-ADFD-D7264DC2B28A}" presName="text_2" presStyleLbl="node1" presStyleIdx="1" presStyleCnt="4">
        <dgm:presLayoutVars>
          <dgm:bulletEnabled val="1"/>
        </dgm:presLayoutVars>
      </dgm:prSet>
      <dgm:spPr/>
    </dgm:pt>
    <dgm:pt modelId="{6B1B6AC5-7761-4CA2-9CA1-C587284317ED}" type="pres">
      <dgm:prSet presAssocID="{9CBDCD32-3A0B-41C2-ADFD-D7264DC2B28A}" presName="accent_2" presStyleCnt="0"/>
      <dgm:spPr/>
    </dgm:pt>
    <dgm:pt modelId="{DF11ACBE-920F-4F2C-9A34-3349D7CE7697}" type="pres">
      <dgm:prSet presAssocID="{9CBDCD32-3A0B-41C2-ADFD-D7264DC2B28A}" presName="accentRepeatNode" presStyleLbl="solidFgAcc1" presStyleIdx="1" presStyleCnt="4"/>
      <dgm:spPr/>
    </dgm:pt>
    <dgm:pt modelId="{3B1B021F-91EE-4E60-B78F-4B8CE8C5B6E0}" type="pres">
      <dgm:prSet presAssocID="{5E43CD0B-6C58-4310-9A22-7C6549874B42}" presName="text_3" presStyleLbl="node1" presStyleIdx="2" presStyleCnt="4">
        <dgm:presLayoutVars>
          <dgm:bulletEnabled val="1"/>
        </dgm:presLayoutVars>
      </dgm:prSet>
      <dgm:spPr/>
    </dgm:pt>
    <dgm:pt modelId="{956FA804-BBF9-43CA-A3EE-7F54659389C4}" type="pres">
      <dgm:prSet presAssocID="{5E43CD0B-6C58-4310-9A22-7C6549874B42}" presName="accent_3" presStyleCnt="0"/>
      <dgm:spPr/>
    </dgm:pt>
    <dgm:pt modelId="{956E9D46-0A65-4362-83AC-993D81952A8F}" type="pres">
      <dgm:prSet presAssocID="{5E43CD0B-6C58-4310-9A22-7C6549874B42}" presName="accentRepeatNode" presStyleLbl="solidFgAcc1" presStyleIdx="2" presStyleCnt="4"/>
      <dgm:spPr/>
    </dgm:pt>
    <dgm:pt modelId="{BF3F8AFA-0BAB-4AE0-839E-A8106441BACE}" type="pres">
      <dgm:prSet presAssocID="{553D65B2-9482-45AD-B8B4-644236F45A77}" presName="text_4" presStyleLbl="node1" presStyleIdx="3" presStyleCnt="4">
        <dgm:presLayoutVars>
          <dgm:bulletEnabled val="1"/>
        </dgm:presLayoutVars>
      </dgm:prSet>
      <dgm:spPr/>
    </dgm:pt>
    <dgm:pt modelId="{44596829-CB42-463A-9D76-A11F872A7A80}" type="pres">
      <dgm:prSet presAssocID="{553D65B2-9482-45AD-B8B4-644236F45A77}" presName="accent_4" presStyleCnt="0"/>
      <dgm:spPr/>
    </dgm:pt>
    <dgm:pt modelId="{15BF6249-0593-4FF9-9EA1-239999DF7CC2}" type="pres">
      <dgm:prSet presAssocID="{553D65B2-9482-45AD-B8B4-644236F45A77}" presName="accentRepeatNode" presStyleLbl="solidFgAcc1" presStyleIdx="3" presStyleCnt="4"/>
      <dgm:spPr/>
    </dgm:pt>
  </dgm:ptLst>
  <dgm:cxnLst>
    <dgm:cxn modelId="{715FA40F-8644-4A56-B37E-D5C18DCBFDFB}" srcId="{B7165609-20BC-46E5-8DA1-287B55E41D64}" destId="{9CBDCD32-3A0B-41C2-ADFD-D7264DC2B28A}" srcOrd="1" destOrd="0" parTransId="{EEB7B8A3-4EC5-4C58-A8D5-304B9D44E218}" sibTransId="{5D18EDE0-8B88-40A4-B8D0-34455F60BFD8}"/>
    <dgm:cxn modelId="{8BE0301E-C21F-4A40-8F37-A8D8D9458CDB}" type="presOf" srcId="{221F23A9-04DA-4F19-9105-EA6D83E3A055}" destId="{300B8D3E-C829-42A5-A37B-91F4C2F677F7}" srcOrd="0" destOrd="0" presId="urn:microsoft.com/office/officeart/2008/layout/VerticalCurvedList"/>
    <dgm:cxn modelId="{ABB7481F-D27B-4CF4-83BA-2A5AD099EBC2}" type="presOf" srcId="{553D65B2-9482-45AD-B8B4-644236F45A77}" destId="{BF3F8AFA-0BAB-4AE0-839E-A8106441BACE}" srcOrd="0" destOrd="0" presId="urn:microsoft.com/office/officeart/2008/layout/VerticalCurvedList"/>
    <dgm:cxn modelId="{3CAC7EA1-CA92-4187-BA66-F85AF28F4C4F}" type="presOf" srcId="{9CBDCD32-3A0B-41C2-ADFD-D7264DC2B28A}" destId="{63DE1A31-4E7C-49B4-84BE-291A71DB6CE5}" srcOrd="0" destOrd="0" presId="urn:microsoft.com/office/officeart/2008/layout/VerticalCurvedList"/>
    <dgm:cxn modelId="{DB28EAA2-B247-4AEE-A077-B703B176EACC}" type="presOf" srcId="{5E43CD0B-6C58-4310-9A22-7C6549874B42}" destId="{3B1B021F-91EE-4E60-B78F-4B8CE8C5B6E0}" srcOrd="0" destOrd="0" presId="urn:microsoft.com/office/officeart/2008/layout/VerticalCurvedList"/>
    <dgm:cxn modelId="{45DCB2A6-4B77-4CF5-81E5-7FCC41951DCA}" type="presOf" srcId="{B7165609-20BC-46E5-8DA1-287B55E41D64}" destId="{4DA43A49-FB0B-46B0-97C2-BC3793ABFFB4}" srcOrd="0" destOrd="0" presId="urn:microsoft.com/office/officeart/2008/layout/VerticalCurvedList"/>
    <dgm:cxn modelId="{86BFC4AB-32EB-490B-B941-04C22C8E8604}" srcId="{B7165609-20BC-46E5-8DA1-287B55E41D64}" destId="{FBCD4CA4-352E-411F-9030-0CBAB87DEEF8}" srcOrd="0" destOrd="0" parTransId="{0823C52C-21A7-4D1A-AEF7-4E6210CD5CDE}" sibTransId="{221F23A9-04DA-4F19-9105-EA6D83E3A055}"/>
    <dgm:cxn modelId="{58D393AC-66C4-4146-844B-3AD016B67CF3}" type="presOf" srcId="{FBCD4CA4-352E-411F-9030-0CBAB87DEEF8}" destId="{EB425EB4-F9F1-4DBE-9E26-D1EFAA6D3E47}" srcOrd="0" destOrd="0" presId="urn:microsoft.com/office/officeart/2008/layout/VerticalCurvedList"/>
    <dgm:cxn modelId="{984873C9-880E-4716-95C8-76D4A8672BAE}" srcId="{B7165609-20BC-46E5-8DA1-287B55E41D64}" destId="{5E43CD0B-6C58-4310-9A22-7C6549874B42}" srcOrd="2" destOrd="0" parTransId="{2D4161C3-4893-417C-B4CC-FF81317CA5A2}" sibTransId="{F1F6C7EC-CA75-4B9E-89A7-CAB811F5AC3D}"/>
    <dgm:cxn modelId="{36D028F6-F000-49E3-A6F4-B555EF8587B6}" srcId="{B7165609-20BC-46E5-8DA1-287B55E41D64}" destId="{553D65B2-9482-45AD-B8B4-644236F45A77}" srcOrd="3" destOrd="0" parTransId="{968240F7-8B13-4DED-B9CD-D515ACAA5655}" sibTransId="{D9D73441-F6A5-4C62-B8C3-ED630C5B5FC9}"/>
    <dgm:cxn modelId="{FBEE0E9A-CD0B-4E08-8AEC-42CA4C13F8FF}" type="presParOf" srcId="{4DA43A49-FB0B-46B0-97C2-BC3793ABFFB4}" destId="{B59E7814-0624-48F2-BFA5-530374251D99}" srcOrd="0" destOrd="0" presId="urn:microsoft.com/office/officeart/2008/layout/VerticalCurvedList"/>
    <dgm:cxn modelId="{95006251-F321-457D-9A04-9BCE679A13AD}" type="presParOf" srcId="{B59E7814-0624-48F2-BFA5-530374251D99}" destId="{EB9BF205-42DA-4DDB-A185-CC85EB962A84}" srcOrd="0" destOrd="0" presId="urn:microsoft.com/office/officeart/2008/layout/VerticalCurvedList"/>
    <dgm:cxn modelId="{C7EDB1DD-2CFE-4175-8A0F-A69D7B311831}" type="presParOf" srcId="{EB9BF205-42DA-4DDB-A185-CC85EB962A84}" destId="{B9EC4DC4-9C27-4EA7-94FA-2BB0276E3271}" srcOrd="0" destOrd="0" presId="urn:microsoft.com/office/officeart/2008/layout/VerticalCurvedList"/>
    <dgm:cxn modelId="{1FF8EBBD-419B-470A-8D2C-E62772D16BF6}" type="presParOf" srcId="{EB9BF205-42DA-4DDB-A185-CC85EB962A84}" destId="{300B8D3E-C829-42A5-A37B-91F4C2F677F7}" srcOrd="1" destOrd="0" presId="urn:microsoft.com/office/officeart/2008/layout/VerticalCurvedList"/>
    <dgm:cxn modelId="{3AFA07D0-1FFE-456A-A6E3-09E5FF92D4AD}" type="presParOf" srcId="{EB9BF205-42DA-4DDB-A185-CC85EB962A84}" destId="{51FE6776-7591-48D3-B5F9-1967AC59FF21}" srcOrd="2" destOrd="0" presId="urn:microsoft.com/office/officeart/2008/layout/VerticalCurvedList"/>
    <dgm:cxn modelId="{3172F0B5-3298-42FE-9720-D939BA8AC778}" type="presParOf" srcId="{EB9BF205-42DA-4DDB-A185-CC85EB962A84}" destId="{88E0CAD3-31C9-41E2-8419-E8F68E4CA4A6}" srcOrd="3" destOrd="0" presId="urn:microsoft.com/office/officeart/2008/layout/VerticalCurvedList"/>
    <dgm:cxn modelId="{4A241ABE-6190-4031-9650-DC4FB1F8B183}" type="presParOf" srcId="{B59E7814-0624-48F2-BFA5-530374251D99}" destId="{EB425EB4-F9F1-4DBE-9E26-D1EFAA6D3E47}" srcOrd="1" destOrd="0" presId="urn:microsoft.com/office/officeart/2008/layout/VerticalCurvedList"/>
    <dgm:cxn modelId="{94CA2A4D-C2F6-4F83-ADBC-5EFBC67483F2}" type="presParOf" srcId="{B59E7814-0624-48F2-BFA5-530374251D99}" destId="{BC9FE1BF-3593-45EB-96C6-F65AA310BA1D}" srcOrd="2" destOrd="0" presId="urn:microsoft.com/office/officeart/2008/layout/VerticalCurvedList"/>
    <dgm:cxn modelId="{B1B0871F-17C3-4821-9571-2CC0AE7FE9F8}" type="presParOf" srcId="{BC9FE1BF-3593-45EB-96C6-F65AA310BA1D}" destId="{63E31A24-672D-44C5-9FFB-11D4088EC101}" srcOrd="0" destOrd="0" presId="urn:microsoft.com/office/officeart/2008/layout/VerticalCurvedList"/>
    <dgm:cxn modelId="{F5012C4A-0B11-4698-9290-1B7990C186FA}" type="presParOf" srcId="{B59E7814-0624-48F2-BFA5-530374251D99}" destId="{63DE1A31-4E7C-49B4-84BE-291A71DB6CE5}" srcOrd="3" destOrd="0" presId="urn:microsoft.com/office/officeart/2008/layout/VerticalCurvedList"/>
    <dgm:cxn modelId="{35DCAA03-E987-4F0B-B0E2-54E4468C9BEB}" type="presParOf" srcId="{B59E7814-0624-48F2-BFA5-530374251D99}" destId="{6B1B6AC5-7761-4CA2-9CA1-C587284317ED}" srcOrd="4" destOrd="0" presId="urn:microsoft.com/office/officeart/2008/layout/VerticalCurvedList"/>
    <dgm:cxn modelId="{C6CCE855-59F7-42D8-8FD9-B71F61A0AD9E}" type="presParOf" srcId="{6B1B6AC5-7761-4CA2-9CA1-C587284317ED}" destId="{DF11ACBE-920F-4F2C-9A34-3349D7CE7697}" srcOrd="0" destOrd="0" presId="urn:microsoft.com/office/officeart/2008/layout/VerticalCurvedList"/>
    <dgm:cxn modelId="{59A398EA-167D-4C4B-980F-E12183684E2A}" type="presParOf" srcId="{B59E7814-0624-48F2-BFA5-530374251D99}" destId="{3B1B021F-91EE-4E60-B78F-4B8CE8C5B6E0}" srcOrd="5" destOrd="0" presId="urn:microsoft.com/office/officeart/2008/layout/VerticalCurvedList"/>
    <dgm:cxn modelId="{5938C5E0-8ECC-4541-909F-14FD880C53B3}" type="presParOf" srcId="{B59E7814-0624-48F2-BFA5-530374251D99}" destId="{956FA804-BBF9-43CA-A3EE-7F54659389C4}" srcOrd="6" destOrd="0" presId="urn:microsoft.com/office/officeart/2008/layout/VerticalCurvedList"/>
    <dgm:cxn modelId="{8EC6FF0A-F09C-46EC-88E1-C9D363AB894C}" type="presParOf" srcId="{956FA804-BBF9-43CA-A3EE-7F54659389C4}" destId="{956E9D46-0A65-4362-83AC-993D81952A8F}" srcOrd="0" destOrd="0" presId="urn:microsoft.com/office/officeart/2008/layout/VerticalCurvedList"/>
    <dgm:cxn modelId="{EFB5D836-04EF-4894-855A-DA57341E4437}" type="presParOf" srcId="{B59E7814-0624-48F2-BFA5-530374251D99}" destId="{BF3F8AFA-0BAB-4AE0-839E-A8106441BACE}" srcOrd="7" destOrd="0" presId="urn:microsoft.com/office/officeart/2008/layout/VerticalCurvedList"/>
    <dgm:cxn modelId="{A8CF78BB-C6AB-4D3C-9474-9A09D85BE0D6}" type="presParOf" srcId="{B59E7814-0624-48F2-BFA5-530374251D99}" destId="{44596829-CB42-463A-9D76-A11F872A7A80}" srcOrd="8" destOrd="0" presId="urn:microsoft.com/office/officeart/2008/layout/VerticalCurvedList"/>
    <dgm:cxn modelId="{10403777-8EC0-4A73-934A-B74CEC121DE3}" type="presParOf" srcId="{44596829-CB42-463A-9D76-A11F872A7A80}" destId="{15BF6249-0593-4FF9-9EA1-239999DF7CC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25C1CA3-B278-449A-9053-84351580719B}" type="doc">
      <dgm:prSet loTypeId="urn:microsoft.com/office/officeart/2005/8/layout/hProcess9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4CD0A7-01CF-4586-B1D2-D128285ED26B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/>
            <a:t>There's a pressing need for global interoperability standards in IoMT.</a:t>
          </a:r>
        </a:p>
      </dgm:t>
    </dgm:pt>
    <dgm:pt modelId="{D7ABA7E2-F176-4306-8DF6-D563107E9BE9}" type="parTrans" cxnId="{47694CB1-1E45-4454-9C67-B3B49B1A765E}">
      <dgm:prSet/>
      <dgm:spPr/>
      <dgm:t>
        <a:bodyPr/>
        <a:lstStyle/>
        <a:p>
          <a:endParaRPr lang="en-US"/>
        </a:p>
      </dgm:t>
    </dgm:pt>
    <dgm:pt modelId="{6BC8E28C-3A62-4542-9E98-07A8BC1C9B59}" type="sibTrans" cxnId="{47694CB1-1E45-4454-9C67-B3B49B1A765E}">
      <dgm:prSet/>
      <dgm:spPr/>
      <dgm:t>
        <a:bodyPr/>
        <a:lstStyle/>
        <a:p>
          <a:endParaRPr lang="en-US"/>
        </a:p>
      </dgm:t>
    </dgm:pt>
    <dgm:pt modelId="{09889D0B-1EEB-4077-AF05-787234EB5641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dirty="0"/>
            <a:t>Many AI solutions haven’t been tested in real-world healthcare settings.</a:t>
          </a:r>
        </a:p>
      </dgm:t>
    </dgm:pt>
    <dgm:pt modelId="{DF815A26-C6D7-44F2-9688-88FF9AFB3365}" type="parTrans" cxnId="{1C1D70EB-31AE-4365-A853-28326465256B}">
      <dgm:prSet/>
      <dgm:spPr/>
      <dgm:t>
        <a:bodyPr/>
        <a:lstStyle/>
        <a:p>
          <a:endParaRPr lang="en-US"/>
        </a:p>
      </dgm:t>
    </dgm:pt>
    <dgm:pt modelId="{8C1E96AC-551B-47B6-8992-9A23F1A73B93}" type="sibTrans" cxnId="{1C1D70EB-31AE-4365-A853-28326465256B}">
      <dgm:prSet/>
      <dgm:spPr/>
      <dgm:t>
        <a:bodyPr/>
        <a:lstStyle/>
        <a:p>
          <a:endParaRPr lang="en-US"/>
        </a:p>
      </dgm:t>
    </dgm:pt>
    <dgm:pt modelId="{0AED6D95-79E8-40B1-85F5-42F3610C30A8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/>
            <a:t>Socioeconomic challenges in low-income regions are often overlooked.</a:t>
          </a:r>
        </a:p>
      </dgm:t>
    </dgm:pt>
    <dgm:pt modelId="{6B83D458-7773-474F-BACF-71A36A9248BF}" type="parTrans" cxnId="{02D65477-5AEC-42D4-BCB3-9A30F82A6C61}">
      <dgm:prSet/>
      <dgm:spPr/>
      <dgm:t>
        <a:bodyPr/>
        <a:lstStyle/>
        <a:p>
          <a:endParaRPr lang="en-US"/>
        </a:p>
      </dgm:t>
    </dgm:pt>
    <dgm:pt modelId="{ADF2B4C8-FFCE-4BDC-B208-7F08FED2FDEB}" type="sibTrans" cxnId="{02D65477-5AEC-42D4-BCB3-9A30F82A6C61}">
      <dgm:prSet/>
      <dgm:spPr/>
      <dgm:t>
        <a:bodyPr/>
        <a:lstStyle/>
        <a:p>
          <a:endParaRPr lang="en-US"/>
        </a:p>
      </dgm:t>
    </dgm:pt>
    <dgm:pt modelId="{95D2F124-D540-479A-A584-771DDE6CAF63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dirty="0"/>
            <a:t>Future studies should explore long-term security impacts and ethics.</a:t>
          </a:r>
        </a:p>
      </dgm:t>
    </dgm:pt>
    <dgm:pt modelId="{5F63FA3D-A530-4F1D-956F-8E934E6DC404}" type="parTrans" cxnId="{C6BC62A2-23B5-409F-994F-C6C204479047}">
      <dgm:prSet/>
      <dgm:spPr/>
      <dgm:t>
        <a:bodyPr/>
        <a:lstStyle/>
        <a:p>
          <a:endParaRPr lang="en-US"/>
        </a:p>
      </dgm:t>
    </dgm:pt>
    <dgm:pt modelId="{BDCA6010-EFF0-44C4-866C-A7ECEBFF65D4}" type="sibTrans" cxnId="{C6BC62A2-23B5-409F-994F-C6C204479047}">
      <dgm:prSet/>
      <dgm:spPr/>
      <dgm:t>
        <a:bodyPr/>
        <a:lstStyle/>
        <a:p>
          <a:endParaRPr lang="en-US"/>
        </a:p>
      </dgm:t>
    </dgm:pt>
    <dgm:pt modelId="{E849FE97-B89F-45F3-A24A-3D8BF9085BD3}" type="pres">
      <dgm:prSet presAssocID="{625C1CA3-B278-449A-9053-84351580719B}" presName="CompostProcess" presStyleCnt="0">
        <dgm:presLayoutVars>
          <dgm:dir/>
          <dgm:resizeHandles val="exact"/>
        </dgm:presLayoutVars>
      </dgm:prSet>
      <dgm:spPr/>
    </dgm:pt>
    <dgm:pt modelId="{38BBC1B3-9A84-44A6-973A-E7BEA674476B}" type="pres">
      <dgm:prSet presAssocID="{625C1CA3-B278-449A-9053-84351580719B}" presName="arrow" presStyleLbl="bgShp" presStyleIdx="0" presStyleCnt="1" custScaleX="117647"/>
      <dgm:spPr/>
    </dgm:pt>
    <dgm:pt modelId="{E4E674FA-0AE5-4BE1-93DB-4091190C4219}" type="pres">
      <dgm:prSet presAssocID="{625C1CA3-B278-449A-9053-84351580719B}" presName="linearProcess" presStyleCnt="0"/>
      <dgm:spPr/>
    </dgm:pt>
    <dgm:pt modelId="{2CA209FC-AFF1-492E-9F72-903D5157C198}" type="pres">
      <dgm:prSet presAssocID="{4D4CD0A7-01CF-4586-B1D2-D128285ED26B}" presName="textNode" presStyleLbl="node1" presStyleIdx="0" presStyleCnt="4">
        <dgm:presLayoutVars>
          <dgm:bulletEnabled val="1"/>
        </dgm:presLayoutVars>
      </dgm:prSet>
      <dgm:spPr/>
    </dgm:pt>
    <dgm:pt modelId="{4DBB2425-4F7F-49D4-BD60-925E48C7EB2C}" type="pres">
      <dgm:prSet presAssocID="{6BC8E28C-3A62-4542-9E98-07A8BC1C9B59}" presName="sibTrans" presStyleCnt="0"/>
      <dgm:spPr/>
    </dgm:pt>
    <dgm:pt modelId="{9DAB6B9E-BA55-4E77-9F66-0FBF0E6F65FD}" type="pres">
      <dgm:prSet presAssocID="{09889D0B-1EEB-4077-AF05-787234EB5641}" presName="textNode" presStyleLbl="node1" presStyleIdx="1" presStyleCnt="4">
        <dgm:presLayoutVars>
          <dgm:bulletEnabled val="1"/>
        </dgm:presLayoutVars>
      </dgm:prSet>
      <dgm:spPr/>
    </dgm:pt>
    <dgm:pt modelId="{F6B8B9C8-27CC-4960-8BF4-02ADD74C6CF6}" type="pres">
      <dgm:prSet presAssocID="{8C1E96AC-551B-47B6-8992-9A23F1A73B93}" presName="sibTrans" presStyleCnt="0"/>
      <dgm:spPr/>
    </dgm:pt>
    <dgm:pt modelId="{8A6019CE-D96E-4B73-8682-88DB52EE8D4D}" type="pres">
      <dgm:prSet presAssocID="{0AED6D95-79E8-40B1-85F5-42F3610C30A8}" presName="textNode" presStyleLbl="node1" presStyleIdx="2" presStyleCnt="4">
        <dgm:presLayoutVars>
          <dgm:bulletEnabled val="1"/>
        </dgm:presLayoutVars>
      </dgm:prSet>
      <dgm:spPr/>
    </dgm:pt>
    <dgm:pt modelId="{43119314-FB98-403E-9526-55F9C3CE044E}" type="pres">
      <dgm:prSet presAssocID="{ADF2B4C8-FFCE-4BDC-B208-7F08FED2FDEB}" presName="sibTrans" presStyleCnt="0"/>
      <dgm:spPr/>
    </dgm:pt>
    <dgm:pt modelId="{C546436F-12C7-412B-96BD-7C5F1DFA7638}" type="pres">
      <dgm:prSet presAssocID="{95D2F124-D540-479A-A584-771DDE6CAF63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AA11840A-A8AC-466A-AE03-B37867B62AD4}" type="presOf" srcId="{0AED6D95-79E8-40B1-85F5-42F3610C30A8}" destId="{8A6019CE-D96E-4B73-8682-88DB52EE8D4D}" srcOrd="0" destOrd="0" presId="urn:microsoft.com/office/officeart/2005/8/layout/hProcess9"/>
    <dgm:cxn modelId="{21E90021-B196-4033-A489-EECC3A15401E}" type="presOf" srcId="{95D2F124-D540-479A-A584-771DDE6CAF63}" destId="{C546436F-12C7-412B-96BD-7C5F1DFA7638}" srcOrd="0" destOrd="0" presId="urn:microsoft.com/office/officeart/2005/8/layout/hProcess9"/>
    <dgm:cxn modelId="{D1A51055-6EBF-475F-B022-52D1D95B1902}" type="presOf" srcId="{625C1CA3-B278-449A-9053-84351580719B}" destId="{E849FE97-B89F-45F3-A24A-3D8BF9085BD3}" srcOrd="0" destOrd="0" presId="urn:microsoft.com/office/officeart/2005/8/layout/hProcess9"/>
    <dgm:cxn modelId="{02D65477-5AEC-42D4-BCB3-9A30F82A6C61}" srcId="{625C1CA3-B278-449A-9053-84351580719B}" destId="{0AED6D95-79E8-40B1-85F5-42F3610C30A8}" srcOrd="2" destOrd="0" parTransId="{6B83D458-7773-474F-BACF-71A36A9248BF}" sibTransId="{ADF2B4C8-FFCE-4BDC-B208-7F08FED2FDEB}"/>
    <dgm:cxn modelId="{C6BC62A2-23B5-409F-994F-C6C204479047}" srcId="{625C1CA3-B278-449A-9053-84351580719B}" destId="{95D2F124-D540-479A-A584-771DDE6CAF63}" srcOrd="3" destOrd="0" parTransId="{5F63FA3D-A530-4F1D-956F-8E934E6DC404}" sibTransId="{BDCA6010-EFF0-44C4-866C-A7ECEBFF65D4}"/>
    <dgm:cxn modelId="{47694CB1-1E45-4454-9C67-B3B49B1A765E}" srcId="{625C1CA3-B278-449A-9053-84351580719B}" destId="{4D4CD0A7-01CF-4586-B1D2-D128285ED26B}" srcOrd="0" destOrd="0" parTransId="{D7ABA7E2-F176-4306-8DF6-D563107E9BE9}" sibTransId="{6BC8E28C-3A62-4542-9E98-07A8BC1C9B59}"/>
    <dgm:cxn modelId="{EEBFFCBA-E517-46C3-963A-DC6DFBD074E9}" type="presOf" srcId="{4D4CD0A7-01CF-4586-B1D2-D128285ED26B}" destId="{2CA209FC-AFF1-492E-9F72-903D5157C198}" srcOrd="0" destOrd="0" presId="urn:microsoft.com/office/officeart/2005/8/layout/hProcess9"/>
    <dgm:cxn modelId="{E851B6C6-5251-4CAA-9DF4-13E113389D8E}" type="presOf" srcId="{09889D0B-1EEB-4077-AF05-787234EB5641}" destId="{9DAB6B9E-BA55-4E77-9F66-0FBF0E6F65FD}" srcOrd="0" destOrd="0" presId="urn:microsoft.com/office/officeart/2005/8/layout/hProcess9"/>
    <dgm:cxn modelId="{1C1D70EB-31AE-4365-A853-28326465256B}" srcId="{625C1CA3-B278-449A-9053-84351580719B}" destId="{09889D0B-1EEB-4077-AF05-787234EB5641}" srcOrd="1" destOrd="0" parTransId="{DF815A26-C6D7-44F2-9688-88FF9AFB3365}" sibTransId="{8C1E96AC-551B-47B6-8992-9A23F1A73B93}"/>
    <dgm:cxn modelId="{E745BC80-8A8C-4F1F-8655-48A6A6B5C07D}" type="presParOf" srcId="{E849FE97-B89F-45F3-A24A-3D8BF9085BD3}" destId="{38BBC1B3-9A84-44A6-973A-E7BEA674476B}" srcOrd="0" destOrd="0" presId="urn:microsoft.com/office/officeart/2005/8/layout/hProcess9"/>
    <dgm:cxn modelId="{97F1C5C0-C08C-4FDE-93D3-FCF09BDBF09D}" type="presParOf" srcId="{E849FE97-B89F-45F3-A24A-3D8BF9085BD3}" destId="{E4E674FA-0AE5-4BE1-93DB-4091190C4219}" srcOrd="1" destOrd="0" presId="urn:microsoft.com/office/officeart/2005/8/layout/hProcess9"/>
    <dgm:cxn modelId="{9362B03D-0A2D-4945-9399-C96E5DCF7A64}" type="presParOf" srcId="{E4E674FA-0AE5-4BE1-93DB-4091190C4219}" destId="{2CA209FC-AFF1-492E-9F72-903D5157C198}" srcOrd="0" destOrd="0" presId="urn:microsoft.com/office/officeart/2005/8/layout/hProcess9"/>
    <dgm:cxn modelId="{8E48D91A-26B5-41B9-B634-04E9AC8ADD99}" type="presParOf" srcId="{E4E674FA-0AE5-4BE1-93DB-4091190C4219}" destId="{4DBB2425-4F7F-49D4-BD60-925E48C7EB2C}" srcOrd="1" destOrd="0" presId="urn:microsoft.com/office/officeart/2005/8/layout/hProcess9"/>
    <dgm:cxn modelId="{5684C2C4-BA2D-4467-B098-B2CD3229D2E8}" type="presParOf" srcId="{E4E674FA-0AE5-4BE1-93DB-4091190C4219}" destId="{9DAB6B9E-BA55-4E77-9F66-0FBF0E6F65FD}" srcOrd="2" destOrd="0" presId="urn:microsoft.com/office/officeart/2005/8/layout/hProcess9"/>
    <dgm:cxn modelId="{4CAC2848-C9FC-41CC-BF0E-4A454FFB8752}" type="presParOf" srcId="{E4E674FA-0AE5-4BE1-93DB-4091190C4219}" destId="{F6B8B9C8-27CC-4960-8BF4-02ADD74C6CF6}" srcOrd="3" destOrd="0" presId="urn:microsoft.com/office/officeart/2005/8/layout/hProcess9"/>
    <dgm:cxn modelId="{CA2696CF-81A2-497C-8EF3-5F1C9DFCC885}" type="presParOf" srcId="{E4E674FA-0AE5-4BE1-93DB-4091190C4219}" destId="{8A6019CE-D96E-4B73-8682-88DB52EE8D4D}" srcOrd="4" destOrd="0" presId="urn:microsoft.com/office/officeart/2005/8/layout/hProcess9"/>
    <dgm:cxn modelId="{AA3F9ED2-FDB0-44ED-A57A-BAECF9C97195}" type="presParOf" srcId="{E4E674FA-0AE5-4BE1-93DB-4091190C4219}" destId="{43119314-FB98-403E-9526-55F9C3CE044E}" srcOrd="5" destOrd="0" presId="urn:microsoft.com/office/officeart/2005/8/layout/hProcess9"/>
    <dgm:cxn modelId="{0DD47B0E-21C6-4710-8C1D-A93AF68E06D0}" type="presParOf" srcId="{E4E674FA-0AE5-4BE1-93DB-4091190C4219}" destId="{C546436F-12C7-412B-96BD-7C5F1DFA7638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52E7A6E-0E40-48A7-93B5-64B47A576F7F}" type="doc">
      <dgm:prSet loTypeId="urn:microsoft.com/office/officeart/2009/3/layout/StepUpProcess" loCatId="process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5C56E51-87A7-4185-8AA4-D9C99BA9E0FC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/>
            <a:t>Encourage secure-by-design practices for all medical IoT devices.</a:t>
          </a:r>
        </a:p>
      </dgm:t>
    </dgm:pt>
    <dgm:pt modelId="{0AA98C10-887A-4462-8651-A9211D65DA99}" type="parTrans" cxnId="{F086238B-DA6A-4950-87CC-D275CBFCC9FC}">
      <dgm:prSet/>
      <dgm:spPr/>
      <dgm:t>
        <a:bodyPr/>
        <a:lstStyle/>
        <a:p>
          <a:endParaRPr lang="en-US"/>
        </a:p>
      </dgm:t>
    </dgm:pt>
    <dgm:pt modelId="{9E373D57-555E-4D4F-A914-4106528ABD04}" type="sibTrans" cxnId="{F086238B-DA6A-4950-87CC-D275CBFCC9FC}">
      <dgm:prSet/>
      <dgm:spPr/>
      <dgm:t>
        <a:bodyPr/>
        <a:lstStyle/>
        <a:p>
          <a:endParaRPr lang="en-US"/>
        </a:p>
      </dgm:t>
    </dgm:pt>
    <dgm:pt modelId="{5BA23E7D-2E70-4228-BE60-76FD9F6DA8F8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dirty="0"/>
            <a:t>Support international collaboration on IoMT cybersecurity policies.</a:t>
          </a:r>
        </a:p>
      </dgm:t>
    </dgm:pt>
    <dgm:pt modelId="{4FF58D5C-D335-4AAE-8905-5CD3B84CC3B3}" type="parTrans" cxnId="{94A95405-65E5-441B-91F6-570363D2EDA7}">
      <dgm:prSet/>
      <dgm:spPr/>
      <dgm:t>
        <a:bodyPr/>
        <a:lstStyle/>
        <a:p>
          <a:endParaRPr lang="en-US"/>
        </a:p>
      </dgm:t>
    </dgm:pt>
    <dgm:pt modelId="{0C81F151-1A0B-4BB0-932B-CB9C9D287C0A}" type="sibTrans" cxnId="{94A95405-65E5-441B-91F6-570363D2EDA7}">
      <dgm:prSet/>
      <dgm:spPr/>
      <dgm:t>
        <a:bodyPr/>
        <a:lstStyle/>
        <a:p>
          <a:endParaRPr lang="en-US"/>
        </a:p>
      </dgm:t>
    </dgm:pt>
    <dgm:pt modelId="{1F3406D6-3F46-47D3-A0EF-FB9B38A9660A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dirty="0"/>
            <a:t>Provide regular cybersecurity training for healthcare professionals.</a:t>
          </a:r>
        </a:p>
      </dgm:t>
    </dgm:pt>
    <dgm:pt modelId="{FD82B216-15C0-47DE-B1E2-116FF02F39A6}" type="parTrans" cxnId="{9FC67BCF-0961-4AD8-9822-2BC01419ACF2}">
      <dgm:prSet/>
      <dgm:spPr/>
      <dgm:t>
        <a:bodyPr/>
        <a:lstStyle/>
        <a:p>
          <a:endParaRPr lang="en-US"/>
        </a:p>
      </dgm:t>
    </dgm:pt>
    <dgm:pt modelId="{1F46E638-552A-412C-B530-5E6A85A7F2B5}" type="sibTrans" cxnId="{9FC67BCF-0961-4AD8-9822-2BC01419ACF2}">
      <dgm:prSet/>
      <dgm:spPr/>
      <dgm:t>
        <a:bodyPr/>
        <a:lstStyle/>
        <a:p>
          <a:endParaRPr lang="en-US"/>
        </a:p>
      </dgm:t>
    </dgm:pt>
    <dgm:pt modelId="{CBD3B52D-7EF9-4547-8C95-32FE55D577A0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800" dirty="0"/>
            <a:t>Build public-private partnerships to fund and guide innovation.</a:t>
          </a:r>
        </a:p>
      </dgm:t>
    </dgm:pt>
    <dgm:pt modelId="{E1CF977C-4AFF-4F08-873F-535AAC837C67}" type="parTrans" cxnId="{87A3B2C8-CA16-406A-B4E2-B2C39EE97524}">
      <dgm:prSet/>
      <dgm:spPr/>
      <dgm:t>
        <a:bodyPr/>
        <a:lstStyle/>
        <a:p>
          <a:endParaRPr lang="en-US"/>
        </a:p>
      </dgm:t>
    </dgm:pt>
    <dgm:pt modelId="{81EE7BE2-010F-474F-AA7D-F36092B0DBF1}" type="sibTrans" cxnId="{87A3B2C8-CA16-406A-B4E2-B2C39EE97524}">
      <dgm:prSet/>
      <dgm:spPr/>
      <dgm:t>
        <a:bodyPr/>
        <a:lstStyle/>
        <a:p>
          <a:endParaRPr lang="en-US"/>
        </a:p>
      </dgm:t>
    </dgm:pt>
    <dgm:pt modelId="{337844F8-9E56-4D03-BB68-85BF305A9A67}" type="pres">
      <dgm:prSet presAssocID="{A52E7A6E-0E40-48A7-93B5-64B47A576F7F}" presName="rootnode" presStyleCnt="0">
        <dgm:presLayoutVars>
          <dgm:chMax/>
          <dgm:chPref/>
          <dgm:dir/>
          <dgm:animLvl val="lvl"/>
        </dgm:presLayoutVars>
      </dgm:prSet>
      <dgm:spPr/>
    </dgm:pt>
    <dgm:pt modelId="{B1C32318-E508-42C0-A845-4F5289E645A7}" type="pres">
      <dgm:prSet presAssocID="{05C56E51-87A7-4185-8AA4-D9C99BA9E0FC}" presName="composite" presStyleCnt="0"/>
      <dgm:spPr/>
    </dgm:pt>
    <dgm:pt modelId="{3CC7775A-280E-4C94-9BB5-DC7802A1EFA8}" type="pres">
      <dgm:prSet presAssocID="{05C56E51-87A7-4185-8AA4-D9C99BA9E0FC}" presName="LShape" presStyleLbl="alignNode1" presStyleIdx="0" presStyleCnt="7"/>
      <dgm:spPr/>
    </dgm:pt>
    <dgm:pt modelId="{04B77118-AB59-45C1-896A-6C2D9313C253}" type="pres">
      <dgm:prSet presAssocID="{05C56E51-87A7-4185-8AA4-D9C99BA9E0FC}" presName="Parent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CEEC7AB5-BB6C-4959-AD21-B39495AACE96}" type="pres">
      <dgm:prSet presAssocID="{05C56E51-87A7-4185-8AA4-D9C99BA9E0FC}" presName="Triangle" presStyleLbl="alignNode1" presStyleIdx="1" presStyleCnt="7"/>
      <dgm:spPr/>
    </dgm:pt>
    <dgm:pt modelId="{D4BF8100-0F0F-4635-AE66-B3BBEFEE2D7E}" type="pres">
      <dgm:prSet presAssocID="{9E373D57-555E-4D4F-A914-4106528ABD04}" presName="sibTrans" presStyleCnt="0"/>
      <dgm:spPr/>
    </dgm:pt>
    <dgm:pt modelId="{E3FEC653-C4D2-4C47-B3FD-68CDA304BE16}" type="pres">
      <dgm:prSet presAssocID="{9E373D57-555E-4D4F-A914-4106528ABD04}" presName="space" presStyleCnt="0"/>
      <dgm:spPr/>
    </dgm:pt>
    <dgm:pt modelId="{CAC3D569-9C4A-42CD-A25F-820C60243F40}" type="pres">
      <dgm:prSet presAssocID="{5BA23E7D-2E70-4228-BE60-76FD9F6DA8F8}" presName="composite" presStyleCnt="0"/>
      <dgm:spPr/>
    </dgm:pt>
    <dgm:pt modelId="{88D38EE4-D042-4198-B17E-F634DD9F6F78}" type="pres">
      <dgm:prSet presAssocID="{5BA23E7D-2E70-4228-BE60-76FD9F6DA8F8}" presName="LShape" presStyleLbl="alignNode1" presStyleIdx="2" presStyleCnt="7"/>
      <dgm:spPr/>
    </dgm:pt>
    <dgm:pt modelId="{67753F55-4A85-476B-B14A-B80C76081BB2}" type="pres">
      <dgm:prSet presAssocID="{5BA23E7D-2E70-4228-BE60-76FD9F6DA8F8}" presName="Parent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33879A29-BAB5-46A4-B8BD-C96A48B23C39}" type="pres">
      <dgm:prSet presAssocID="{5BA23E7D-2E70-4228-BE60-76FD9F6DA8F8}" presName="Triangle" presStyleLbl="alignNode1" presStyleIdx="3" presStyleCnt="7"/>
      <dgm:spPr/>
    </dgm:pt>
    <dgm:pt modelId="{831B539C-B3C3-40DA-AA7E-A10EF219272F}" type="pres">
      <dgm:prSet presAssocID="{0C81F151-1A0B-4BB0-932B-CB9C9D287C0A}" presName="sibTrans" presStyleCnt="0"/>
      <dgm:spPr/>
    </dgm:pt>
    <dgm:pt modelId="{D1F4D4A1-E661-4E6F-9CB8-CAC10608B0D4}" type="pres">
      <dgm:prSet presAssocID="{0C81F151-1A0B-4BB0-932B-CB9C9D287C0A}" presName="space" presStyleCnt="0"/>
      <dgm:spPr/>
    </dgm:pt>
    <dgm:pt modelId="{24261821-BAAC-4145-B793-ECE430F9EF71}" type="pres">
      <dgm:prSet presAssocID="{1F3406D6-3F46-47D3-A0EF-FB9B38A9660A}" presName="composite" presStyleCnt="0"/>
      <dgm:spPr/>
    </dgm:pt>
    <dgm:pt modelId="{F14A9603-6184-44FC-B506-CA690A9CC462}" type="pres">
      <dgm:prSet presAssocID="{1F3406D6-3F46-47D3-A0EF-FB9B38A9660A}" presName="LShape" presStyleLbl="alignNode1" presStyleIdx="4" presStyleCnt="7"/>
      <dgm:spPr/>
    </dgm:pt>
    <dgm:pt modelId="{1B79EF17-8E78-4A59-AE0A-34767BE8CF04}" type="pres">
      <dgm:prSet presAssocID="{1F3406D6-3F46-47D3-A0EF-FB9B38A9660A}" presName="Parent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C1F9365D-535E-4414-A722-540AF2FE74CE}" type="pres">
      <dgm:prSet presAssocID="{1F3406D6-3F46-47D3-A0EF-FB9B38A9660A}" presName="Triangle" presStyleLbl="alignNode1" presStyleIdx="5" presStyleCnt="7"/>
      <dgm:spPr/>
    </dgm:pt>
    <dgm:pt modelId="{89640E0B-B7ED-439B-BF54-9AE00FEBBA80}" type="pres">
      <dgm:prSet presAssocID="{1F46E638-552A-412C-B530-5E6A85A7F2B5}" presName="sibTrans" presStyleCnt="0"/>
      <dgm:spPr/>
    </dgm:pt>
    <dgm:pt modelId="{C63C64B2-6B94-4480-846F-2143EB7D3925}" type="pres">
      <dgm:prSet presAssocID="{1F46E638-552A-412C-B530-5E6A85A7F2B5}" presName="space" presStyleCnt="0"/>
      <dgm:spPr/>
    </dgm:pt>
    <dgm:pt modelId="{96C1B581-C858-429D-A744-486639CA0C69}" type="pres">
      <dgm:prSet presAssocID="{CBD3B52D-7EF9-4547-8C95-32FE55D577A0}" presName="composite" presStyleCnt="0"/>
      <dgm:spPr/>
    </dgm:pt>
    <dgm:pt modelId="{F9DDAB90-AF10-45D3-B19E-74C38F4D4BAE}" type="pres">
      <dgm:prSet presAssocID="{CBD3B52D-7EF9-4547-8C95-32FE55D577A0}" presName="LShape" presStyleLbl="alignNode1" presStyleIdx="6" presStyleCnt="7"/>
      <dgm:spPr/>
    </dgm:pt>
    <dgm:pt modelId="{BB447516-FB87-424A-AF97-51F83D27570C}" type="pres">
      <dgm:prSet presAssocID="{CBD3B52D-7EF9-4547-8C95-32FE55D577A0}" presName="ParentText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4A95405-65E5-441B-91F6-570363D2EDA7}" srcId="{A52E7A6E-0E40-48A7-93B5-64B47A576F7F}" destId="{5BA23E7D-2E70-4228-BE60-76FD9F6DA8F8}" srcOrd="1" destOrd="0" parTransId="{4FF58D5C-D335-4AAE-8905-5CD3B84CC3B3}" sibTransId="{0C81F151-1A0B-4BB0-932B-CB9C9D287C0A}"/>
    <dgm:cxn modelId="{B07A342A-28CF-459F-BA1C-1954FD630240}" type="presOf" srcId="{A52E7A6E-0E40-48A7-93B5-64B47A576F7F}" destId="{337844F8-9E56-4D03-BB68-85BF305A9A67}" srcOrd="0" destOrd="0" presId="urn:microsoft.com/office/officeart/2009/3/layout/StepUpProcess"/>
    <dgm:cxn modelId="{FFB51039-5C27-4B5B-B755-1437BCCD2667}" type="presOf" srcId="{05C56E51-87A7-4185-8AA4-D9C99BA9E0FC}" destId="{04B77118-AB59-45C1-896A-6C2D9313C253}" srcOrd="0" destOrd="0" presId="urn:microsoft.com/office/officeart/2009/3/layout/StepUpProcess"/>
    <dgm:cxn modelId="{A635A83A-8E77-45D3-90EF-9E773973682C}" type="presOf" srcId="{CBD3B52D-7EF9-4547-8C95-32FE55D577A0}" destId="{BB447516-FB87-424A-AF97-51F83D27570C}" srcOrd="0" destOrd="0" presId="urn:microsoft.com/office/officeart/2009/3/layout/StepUpProcess"/>
    <dgm:cxn modelId="{E4746C53-4BBA-4069-83EC-C34DAB81B8BD}" type="presOf" srcId="{1F3406D6-3F46-47D3-A0EF-FB9B38A9660A}" destId="{1B79EF17-8E78-4A59-AE0A-34767BE8CF04}" srcOrd="0" destOrd="0" presId="urn:microsoft.com/office/officeart/2009/3/layout/StepUpProcess"/>
    <dgm:cxn modelId="{F086238B-DA6A-4950-87CC-D275CBFCC9FC}" srcId="{A52E7A6E-0E40-48A7-93B5-64B47A576F7F}" destId="{05C56E51-87A7-4185-8AA4-D9C99BA9E0FC}" srcOrd="0" destOrd="0" parTransId="{0AA98C10-887A-4462-8651-A9211D65DA99}" sibTransId="{9E373D57-555E-4D4F-A914-4106528ABD04}"/>
    <dgm:cxn modelId="{87A3B2C8-CA16-406A-B4E2-B2C39EE97524}" srcId="{A52E7A6E-0E40-48A7-93B5-64B47A576F7F}" destId="{CBD3B52D-7EF9-4547-8C95-32FE55D577A0}" srcOrd="3" destOrd="0" parTransId="{E1CF977C-4AFF-4F08-873F-535AAC837C67}" sibTransId="{81EE7BE2-010F-474F-AA7D-F36092B0DBF1}"/>
    <dgm:cxn modelId="{9FC67BCF-0961-4AD8-9822-2BC01419ACF2}" srcId="{A52E7A6E-0E40-48A7-93B5-64B47A576F7F}" destId="{1F3406D6-3F46-47D3-A0EF-FB9B38A9660A}" srcOrd="2" destOrd="0" parTransId="{FD82B216-15C0-47DE-B1E2-116FF02F39A6}" sibTransId="{1F46E638-552A-412C-B530-5E6A85A7F2B5}"/>
    <dgm:cxn modelId="{136533D5-B2BE-465C-9115-2A0E768B3FDE}" type="presOf" srcId="{5BA23E7D-2E70-4228-BE60-76FD9F6DA8F8}" destId="{67753F55-4A85-476B-B14A-B80C76081BB2}" srcOrd="0" destOrd="0" presId="urn:microsoft.com/office/officeart/2009/3/layout/StepUpProcess"/>
    <dgm:cxn modelId="{906F3A25-0F30-444F-A002-526EBA66C7F3}" type="presParOf" srcId="{337844F8-9E56-4D03-BB68-85BF305A9A67}" destId="{B1C32318-E508-42C0-A845-4F5289E645A7}" srcOrd="0" destOrd="0" presId="urn:microsoft.com/office/officeart/2009/3/layout/StepUpProcess"/>
    <dgm:cxn modelId="{6D522239-67C7-420C-ACD8-339D4F72CD0C}" type="presParOf" srcId="{B1C32318-E508-42C0-A845-4F5289E645A7}" destId="{3CC7775A-280E-4C94-9BB5-DC7802A1EFA8}" srcOrd="0" destOrd="0" presId="urn:microsoft.com/office/officeart/2009/3/layout/StepUpProcess"/>
    <dgm:cxn modelId="{C8A767EF-CFC0-4120-BDE3-EE10B4F91D8F}" type="presParOf" srcId="{B1C32318-E508-42C0-A845-4F5289E645A7}" destId="{04B77118-AB59-45C1-896A-6C2D9313C253}" srcOrd="1" destOrd="0" presId="urn:microsoft.com/office/officeart/2009/3/layout/StepUpProcess"/>
    <dgm:cxn modelId="{273F0B5F-B5AC-4BC2-A3AF-B631BA43F144}" type="presParOf" srcId="{B1C32318-E508-42C0-A845-4F5289E645A7}" destId="{CEEC7AB5-BB6C-4959-AD21-B39495AACE96}" srcOrd="2" destOrd="0" presId="urn:microsoft.com/office/officeart/2009/3/layout/StepUpProcess"/>
    <dgm:cxn modelId="{1B4BEFEE-F740-42AB-A979-6E66B2F87C52}" type="presParOf" srcId="{337844F8-9E56-4D03-BB68-85BF305A9A67}" destId="{D4BF8100-0F0F-4635-AE66-B3BBEFEE2D7E}" srcOrd="1" destOrd="0" presId="urn:microsoft.com/office/officeart/2009/3/layout/StepUpProcess"/>
    <dgm:cxn modelId="{BD8879E2-849E-4A4E-A539-AF9B588054F6}" type="presParOf" srcId="{D4BF8100-0F0F-4635-AE66-B3BBEFEE2D7E}" destId="{E3FEC653-C4D2-4C47-B3FD-68CDA304BE16}" srcOrd="0" destOrd="0" presId="urn:microsoft.com/office/officeart/2009/3/layout/StepUpProcess"/>
    <dgm:cxn modelId="{CBB9BDA0-74B6-48C3-9D32-9F873D3DCF19}" type="presParOf" srcId="{337844F8-9E56-4D03-BB68-85BF305A9A67}" destId="{CAC3D569-9C4A-42CD-A25F-820C60243F40}" srcOrd="2" destOrd="0" presId="urn:microsoft.com/office/officeart/2009/3/layout/StepUpProcess"/>
    <dgm:cxn modelId="{ED23DB0D-B25B-42FB-8E05-A33B9CEEAD37}" type="presParOf" srcId="{CAC3D569-9C4A-42CD-A25F-820C60243F40}" destId="{88D38EE4-D042-4198-B17E-F634DD9F6F78}" srcOrd="0" destOrd="0" presId="urn:microsoft.com/office/officeart/2009/3/layout/StepUpProcess"/>
    <dgm:cxn modelId="{60A8FFCA-E8BB-4F2A-8BB7-E350A1869D80}" type="presParOf" srcId="{CAC3D569-9C4A-42CD-A25F-820C60243F40}" destId="{67753F55-4A85-476B-B14A-B80C76081BB2}" srcOrd="1" destOrd="0" presId="urn:microsoft.com/office/officeart/2009/3/layout/StepUpProcess"/>
    <dgm:cxn modelId="{6F5F230A-9725-4168-A759-C9F6D373A16D}" type="presParOf" srcId="{CAC3D569-9C4A-42CD-A25F-820C60243F40}" destId="{33879A29-BAB5-46A4-B8BD-C96A48B23C39}" srcOrd="2" destOrd="0" presId="urn:microsoft.com/office/officeart/2009/3/layout/StepUpProcess"/>
    <dgm:cxn modelId="{0000490F-84B5-4494-9486-4596A3F21ECB}" type="presParOf" srcId="{337844F8-9E56-4D03-BB68-85BF305A9A67}" destId="{831B539C-B3C3-40DA-AA7E-A10EF219272F}" srcOrd="3" destOrd="0" presId="urn:microsoft.com/office/officeart/2009/3/layout/StepUpProcess"/>
    <dgm:cxn modelId="{5DF4C91C-21DB-4574-BE9E-CD0AC3FACCA7}" type="presParOf" srcId="{831B539C-B3C3-40DA-AA7E-A10EF219272F}" destId="{D1F4D4A1-E661-4E6F-9CB8-CAC10608B0D4}" srcOrd="0" destOrd="0" presId="urn:microsoft.com/office/officeart/2009/3/layout/StepUpProcess"/>
    <dgm:cxn modelId="{820DAB8B-5EEF-4047-8286-0A1388DC5CBF}" type="presParOf" srcId="{337844F8-9E56-4D03-BB68-85BF305A9A67}" destId="{24261821-BAAC-4145-B793-ECE430F9EF71}" srcOrd="4" destOrd="0" presId="urn:microsoft.com/office/officeart/2009/3/layout/StepUpProcess"/>
    <dgm:cxn modelId="{C156FAFF-677F-44FD-B495-D19752330B1A}" type="presParOf" srcId="{24261821-BAAC-4145-B793-ECE430F9EF71}" destId="{F14A9603-6184-44FC-B506-CA690A9CC462}" srcOrd="0" destOrd="0" presId="urn:microsoft.com/office/officeart/2009/3/layout/StepUpProcess"/>
    <dgm:cxn modelId="{EF062A2A-1602-4E91-9931-C715AD34FBC6}" type="presParOf" srcId="{24261821-BAAC-4145-B793-ECE430F9EF71}" destId="{1B79EF17-8E78-4A59-AE0A-34767BE8CF04}" srcOrd="1" destOrd="0" presId="urn:microsoft.com/office/officeart/2009/3/layout/StepUpProcess"/>
    <dgm:cxn modelId="{C504B181-B8B7-4FB5-8F4A-45D4C6FCE5D9}" type="presParOf" srcId="{24261821-BAAC-4145-B793-ECE430F9EF71}" destId="{C1F9365D-535E-4414-A722-540AF2FE74CE}" srcOrd="2" destOrd="0" presId="urn:microsoft.com/office/officeart/2009/3/layout/StepUpProcess"/>
    <dgm:cxn modelId="{03981E18-982F-4EE3-BD16-15818028C1B7}" type="presParOf" srcId="{337844F8-9E56-4D03-BB68-85BF305A9A67}" destId="{89640E0B-B7ED-439B-BF54-9AE00FEBBA80}" srcOrd="5" destOrd="0" presId="urn:microsoft.com/office/officeart/2009/3/layout/StepUpProcess"/>
    <dgm:cxn modelId="{948DB537-6BD0-41FA-9B28-7512630D02CC}" type="presParOf" srcId="{89640E0B-B7ED-439B-BF54-9AE00FEBBA80}" destId="{C63C64B2-6B94-4480-846F-2143EB7D3925}" srcOrd="0" destOrd="0" presId="urn:microsoft.com/office/officeart/2009/3/layout/StepUpProcess"/>
    <dgm:cxn modelId="{152CC2F4-13C8-49A0-BA70-7C5FACC3996F}" type="presParOf" srcId="{337844F8-9E56-4D03-BB68-85BF305A9A67}" destId="{96C1B581-C858-429D-A744-486639CA0C69}" srcOrd="6" destOrd="0" presId="urn:microsoft.com/office/officeart/2009/3/layout/StepUpProcess"/>
    <dgm:cxn modelId="{60363538-E644-4C22-94B5-DBF0E24B639A}" type="presParOf" srcId="{96C1B581-C858-429D-A744-486639CA0C69}" destId="{F9DDAB90-AF10-45D3-B19E-74C38F4D4BAE}" srcOrd="0" destOrd="0" presId="urn:microsoft.com/office/officeart/2009/3/layout/StepUpProcess"/>
    <dgm:cxn modelId="{7DAEF3E4-2D2F-4627-9D17-B48742C33F17}" type="presParOf" srcId="{96C1B581-C858-429D-A744-486639CA0C69}" destId="{BB447516-FB87-424A-AF97-51F83D27570C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72EEA2-09B8-451A-A699-51FCD44847E9}">
      <dsp:nvSpPr>
        <dsp:cNvPr id="0" name=""/>
        <dsp:cNvSpPr/>
      </dsp:nvSpPr>
      <dsp:spPr>
        <a:xfrm>
          <a:off x="0" y="494279"/>
          <a:ext cx="10058399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3E4923-98E1-4C32-9E5E-5F29AB7C4BC6}">
      <dsp:nvSpPr>
        <dsp:cNvPr id="0" name=""/>
        <dsp:cNvSpPr/>
      </dsp:nvSpPr>
      <dsp:spPr>
        <a:xfrm>
          <a:off x="502920" y="51479"/>
          <a:ext cx="7040880" cy="8856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just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What are the main cybersecurity threats affecting IoMT systems?</a:t>
          </a:r>
        </a:p>
      </dsp:txBody>
      <dsp:txXfrm>
        <a:off x="546151" y="94710"/>
        <a:ext cx="6954418" cy="799138"/>
      </dsp:txXfrm>
    </dsp:sp>
    <dsp:sp modelId="{22C10C9D-4D87-4063-A601-7672FEDD3E93}">
      <dsp:nvSpPr>
        <dsp:cNvPr id="0" name=""/>
        <dsp:cNvSpPr/>
      </dsp:nvSpPr>
      <dsp:spPr>
        <a:xfrm>
          <a:off x="0" y="1855080"/>
          <a:ext cx="10058399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9E58B3-044A-4376-8D73-E1B5E80F64C4}">
      <dsp:nvSpPr>
        <dsp:cNvPr id="0" name=""/>
        <dsp:cNvSpPr/>
      </dsp:nvSpPr>
      <dsp:spPr>
        <a:xfrm>
          <a:off x="502920" y="1412279"/>
          <a:ext cx="7040880" cy="8856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just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How effective are current protection mechanisms in mitigating these threats?</a:t>
          </a:r>
        </a:p>
      </dsp:txBody>
      <dsp:txXfrm>
        <a:off x="546151" y="1455510"/>
        <a:ext cx="6954418" cy="799138"/>
      </dsp:txXfrm>
    </dsp:sp>
    <dsp:sp modelId="{6ABBDEA8-308B-458F-803E-00A327AF146F}">
      <dsp:nvSpPr>
        <dsp:cNvPr id="0" name=""/>
        <dsp:cNvSpPr/>
      </dsp:nvSpPr>
      <dsp:spPr>
        <a:xfrm>
          <a:off x="0" y="3215880"/>
          <a:ext cx="10058399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84B447-7824-4683-AACA-FD8BAD0BE998}">
      <dsp:nvSpPr>
        <dsp:cNvPr id="0" name=""/>
        <dsp:cNvSpPr/>
      </dsp:nvSpPr>
      <dsp:spPr>
        <a:xfrm>
          <a:off x="502920" y="2773080"/>
          <a:ext cx="7040880" cy="8856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just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Can artificial intelligence enhance the cybersecurity posture of IoMT infrastructure?</a:t>
          </a:r>
        </a:p>
      </dsp:txBody>
      <dsp:txXfrm>
        <a:off x="546151" y="2816311"/>
        <a:ext cx="6954418" cy="7991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18DD3F-2305-44C6-84F7-A01A749A10D2}">
      <dsp:nvSpPr>
        <dsp:cNvPr id="0" name=""/>
        <dsp:cNvSpPr/>
      </dsp:nvSpPr>
      <dsp:spPr>
        <a:xfrm>
          <a:off x="2" y="0"/>
          <a:ext cx="10058394" cy="402336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DEFBBEF-23F0-4E84-AD07-F10F4C14355E}">
      <dsp:nvSpPr>
        <dsp:cNvPr id="0" name=""/>
        <dsp:cNvSpPr/>
      </dsp:nvSpPr>
      <dsp:spPr>
        <a:xfrm>
          <a:off x="5095" y="654834"/>
          <a:ext cx="2264521" cy="271369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Sources were selected from </a:t>
          </a:r>
          <a:r>
            <a:rPr lang="en-US" sz="1800" b="0" kern="1200" dirty="0"/>
            <a:t>IEEE Xplore, ScienceDirect, PubMed, and SpringerLink.</a:t>
          </a:r>
        </a:p>
      </dsp:txBody>
      <dsp:txXfrm>
        <a:off x="115640" y="765379"/>
        <a:ext cx="2043431" cy="2492601"/>
      </dsp:txXfrm>
    </dsp:sp>
    <dsp:sp modelId="{381A7940-B31F-4FC0-AB0B-40C4492EEC57}">
      <dsp:nvSpPr>
        <dsp:cNvPr id="0" name=""/>
        <dsp:cNvSpPr/>
      </dsp:nvSpPr>
      <dsp:spPr>
        <a:xfrm>
          <a:off x="2599658" y="654834"/>
          <a:ext cx="2264521" cy="271369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Keywords: “IoMT cybersecurity,” “medical device security,” “AI in healthcare IoT.”</a:t>
          </a:r>
        </a:p>
      </dsp:txBody>
      <dsp:txXfrm>
        <a:off x="2710203" y="765379"/>
        <a:ext cx="2043431" cy="2492601"/>
      </dsp:txXfrm>
    </dsp:sp>
    <dsp:sp modelId="{EF13DA3D-D57D-4DB0-AE05-808E9C47C17C}">
      <dsp:nvSpPr>
        <dsp:cNvPr id="0" name=""/>
        <dsp:cNvSpPr/>
      </dsp:nvSpPr>
      <dsp:spPr>
        <a:xfrm>
          <a:off x="5194220" y="654834"/>
          <a:ext cx="2264521" cy="271369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Timeframe: Studies and publications from </a:t>
          </a:r>
          <a:r>
            <a:rPr lang="en-US" sz="1800" b="0" kern="1200" dirty="0"/>
            <a:t>2018 to 2024</a:t>
          </a:r>
          <a:r>
            <a:rPr lang="en-US" sz="1800" kern="1200" dirty="0"/>
            <a:t>.</a:t>
          </a:r>
        </a:p>
      </dsp:txBody>
      <dsp:txXfrm>
        <a:off x="5304765" y="765379"/>
        <a:ext cx="2043431" cy="2492601"/>
      </dsp:txXfrm>
    </dsp:sp>
    <dsp:sp modelId="{B117AE49-9C2D-4FF4-B521-A6EC1054EEC6}">
      <dsp:nvSpPr>
        <dsp:cNvPr id="0" name=""/>
        <dsp:cNvSpPr/>
      </dsp:nvSpPr>
      <dsp:spPr>
        <a:xfrm>
          <a:off x="7788783" y="654834"/>
          <a:ext cx="2264521" cy="271369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Focus on peer-reviewed articles, technical white papers, and international cybersecurity policies.</a:t>
          </a:r>
        </a:p>
      </dsp:txBody>
      <dsp:txXfrm>
        <a:off x="7899328" y="765379"/>
        <a:ext cx="2043431" cy="24926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74C654-83A8-424A-979E-49056887837E}">
      <dsp:nvSpPr>
        <dsp:cNvPr id="0" name=""/>
        <dsp:cNvSpPr/>
      </dsp:nvSpPr>
      <dsp:spPr>
        <a:xfrm>
          <a:off x="0" y="0"/>
          <a:ext cx="8549640" cy="12070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just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Many breaches are caused by lack of staff awareness about phishing and social engineering.</a:t>
          </a:r>
        </a:p>
      </dsp:txBody>
      <dsp:txXfrm>
        <a:off x="35352" y="35352"/>
        <a:ext cx="7247184" cy="1136304"/>
      </dsp:txXfrm>
    </dsp:sp>
    <dsp:sp modelId="{3BBABB09-6F45-499D-8220-AD482F51F436}">
      <dsp:nvSpPr>
        <dsp:cNvPr id="0" name=""/>
        <dsp:cNvSpPr/>
      </dsp:nvSpPr>
      <dsp:spPr>
        <a:xfrm>
          <a:off x="754379" y="1408176"/>
          <a:ext cx="8549640" cy="12070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just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Healthcare systems often rely on outdated software and unpatched firmware, making them vulnerable to known exploits that could easily be avoided with regular maintenance.</a:t>
          </a:r>
        </a:p>
      </dsp:txBody>
      <dsp:txXfrm>
        <a:off x="789731" y="1443528"/>
        <a:ext cx="6940000" cy="1136304"/>
      </dsp:txXfrm>
    </dsp:sp>
    <dsp:sp modelId="{E710E4F4-D20A-4CA9-9C64-2DF9BDCE5CBE}">
      <dsp:nvSpPr>
        <dsp:cNvPr id="0" name=""/>
        <dsp:cNvSpPr/>
      </dsp:nvSpPr>
      <dsp:spPr>
        <a:xfrm>
          <a:off x="1508759" y="2816352"/>
          <a:ext cx="8549640" cy="12070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just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Vendors frequently fail to coordinate timely security updates and patches, leading to prolonged exposure to threats and weak points in the system.</a:t>
          </a:r>
        </a:p>
      </dsp:txBody>
      <dsp:txXfrm>
        <a:off x="1544111" y="2851704"/>
        <a:ext cx="6940000" cy="1136304"/>
      </dsp:txXfrm>
    </dsp:sp>
    <dsp:sp modelId="{E2B62E56-EC50-4440-BD55-8B6C416510E7}">
      <dsp:nvSpPr>
        <dsp:cNvPr id="0" name=""/>
        <dsp:cNvSpPr/>
      </dsp:nvSpPr>
      <dsp:spPr>
        <a:xfrm>
          <a:off x="7765084" y="915314"/>
          <a:ext cx="784555" cy="78455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941609" y="915314"/>
        <a:ext cx="431505" cy="590378"/>
      </dsp:txXfrm>
    </dsp:sp>
    <dsp:sp modelId="{88D9E8E8-CB2F-4F8D-8F08-6CE567137B81}">
      <dsp:nvSpPr>
        <dsp:cNvPr id="0" name=""/>
        <dsp:cNvSpPr/>
      </dsp:nvSpPr>
      <dsp:spPr>
        <a:xfrm>
          <a:off x="8519464" y="2315443"/>
          <a:ext cx="784555" cy="78455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695989" y="2315443"/>
        <a:ext cx="431505" cy="5903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A7C5E6-4F52-4EF0-A387-EAB5B467B12B}">
      <dsp:nvSpPr>
        <dsp:cNvPr id="0" name=""/>
        <dsp:cNvSpPr/>
      </dsp:nvSpPr>
      <dsp:spPr>
        <a:xfrm>
          <a:off x="4906" y="13680"/>
          <a:ext cx="1903139" cy="118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ctr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Regulatory Standards</a:t>
          </a:r>
          <a:endParaRPr lang="en-US" sz="1800" kern="1200" dirty="0"/>
        </a:p>
      </dsp:txBody>
      <dsp:txXfrm>
        <a:off x="4906" y="13680"/>
        <a:ext cx="1903139" cy="1188000"/>
      </dsp:txXfrm>
    </dsp:sp>
    <dsp:sp modelId="{A2F2E9C9-6447-45C8-BA5A-A77DE4A5E0AB}">
      <dsp:nvSpPr>
        <dsp:cNvPr id="0" name=""/>
        <dsp:cNvSpPr/>
      </dsp:nvSpPr>
      <dsp:spPr>
        <a:xfrm>
          <a:off x="1908046" y="13680"/>
          <a:ext cx="380627" cy="1188000"/>
        </a:xfrm>
        <a:prstGeom prst="leftBrace">
          <a:avLst>
            <a:gd name="adj1" fmla="val 35000"/>
            <a:gd name="adj2" fmla="val 50000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15B1C7-5D83-48BE-81CE-03B2255379AA}">
      <dsp:nvSpPr>
        <dsp:cNvPr id="0" name=""/>
        <dsp:cNvSpPr/>
      </dsp:nvSpPr>
      <dsp:spPr>
        <a:xfrm>
          <a:off x="2440925" y="13680"/>
          <a:ext cx="7612567" cy="11880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just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Laws like HIPAA in the U.S. and GDPR in the EU are designed to protect the confidentiality and integrity of health data in IoMT systems.</a:t>
          </a:r>
        </a:p>
      </dsp:txBody>
      <dsp:txXfrm>
        <a:off x="2440925" y="13680"/>
        <a:ext cx="7612567" cy="1188000"/>
      </dsp:txXfrm>
    </dsp:sp>
    <dsp:sp modelId="{F69825EE-74D2-45D9-9440-8C05F4231DCD}">
      <dsp:nvSpPr>
        <dsp:cNvPr id="0" name=""/>
        <dsp:cNvSpPr/>
      </dsp:nvSpPr>
      <dsp:spPr>
        <a:xfrm>
          <a:off x="4906" y="1417680"/>
          <a:ext cx="1900683" cy="118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ctr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Enforcement Gaps</a:t>
          </a:r>
        </a:p>
      </dsp:txBody>
      <dsp:txXfrm>
        <a:off x="4906" y="1417680"/>
        <a:ext cx="1900683" cy="1188000"/>
      </dsp:txXfrm>
    </dsp:sp>
    <dsp:sp modelId="{F9201E34-4933-4E05-B1A8-892C16A03FCF}">
      <dsp:nvSpPr>
        <dsp:cNvPr id="0" name=""/>
        <dsp:cNvSpPr/>
      </dsp:nvSpPr>
      <dsp:spPr>
        <a:xfrm>
          <a:off x="1905590" y="1417680"/>
          <a:ext cx="380136" cy="1188000"/>
        </a:xfrm>
        <a:prstGeom prst="leftBrace">
          <a:avLst>
            <a:gd name="adj1" fmla="val 35000"/>
            <a:gd name="adj2" fmla="val 50000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E7497D-49C0-44EE-A2A3-7F3BDFBE8F09}">
      <dsp:nvSpPr>
        <dsp:cNvPr id="0" name=""/>
        <dsp:cNvSpPr/>
      </dsp:nvSpPr>
      <dsp:spPr>
        <a:xfrm>
          <a:off x="2437782" y="1417680"/>
          <a:ext cx="7614428" cy="11880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just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Implementation and enforcement of these regulations vary widely between regions, leading to compliance challenges and uneven data protection.</a:t>
          </a:r>
        </a:p>
      </dsp:txBody>
      <dsp:txXfrm>
        <a:off x="2437782" y="1417680"/>
        <a:ext cx="7614428" cy="1188000"/>
      </dsp:txXfrm>
    </dsp:sp>
    <dsp:sp modelId="{2B136607-B01E-4E0A-8111-D345E5AA3D27}">
      <dsp:nvSpPr>
        <dsp:cNvPr id="0" name=""/>
        <dsp:cNvSpPr/>
      </dsp:nvSpPr>
      <dsp:spPr>
        <a:xfrm>
          <a:off x="4906" y="2821680"/>
          <a:ext cx="1903139" cy="118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ctr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Cross-Border Data Transfers</a:t>
          </a:r>
        </a:p>
      </dsp:txBody>
      <dsp:txXfrm>
        <a:off x="4906" y="2821680"/>
        <a:ext cx="1903139" cy="1188000"/>
      </dsp:txXfrm>
    </dsp:sp>
    <dsp:sp modelId="{1D3B733B-4D03-420B-9478-374530292B23}">
      <dsp:nvSpPr>
        <dsp:cNvPr id="0" name=""/>
        <dsp:cNvSpPr/>
      </dsp:nvSpPr>
      <dsp:spPr>
        <a:xfrm>
          <a:off x="1908046" y="2821680"/>
          <a:ext cx="380627" cy="1188000"/>
        </a:xfrm>
        <a:prstGeom prst="leftBrace">
          <a:avLst>
            <a:gd name="adj1" fmla="val 35000"/>
            <a:gd name="adj2" fmla="val 50000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C0D032-EAD8-4624-B909-9F8CB80FFC08}">
      <dsp:nvSpPr>
        <dsp:cNvPr id="0" name=""/>
        <dsp:cNvSpPr/>
      </dsp:nvSpPr>
      <dsp:spPr>
        <a:xfrm>
          <a:off x="2440925" y="2821680"/>
          <a:ext cx="7612567" cy="11880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just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International data movement faces legal complications, especially after the Schrems II ruling, which disrupted established data-sharing frameworks.</a:t>
          </a:r>
        </a:p>
      </dsp:txBody>
      <dsp:txXfrm>
        <a:off x="2440925" y="2821680"/>
        <a:ext cx="7612567" cy="1188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B61326-8A32-4ED0-825D-F3E370164067}">
      <dsp:nvSpPr>
        <dsp:cNvPr id="0" name=""/>
        <dsp:cNvSpPr/>
      </dsp:nvSpPr>
      <dsp:spPr>
        <a:xfrm>
          <a:off x="0" y="248643"/>
          <a:ext cx="10058399" cy="1181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312420" rIns="780644" bIns="128016" numCol="1" spcCol="1270" anchor="t" anchorCtr="0">
          <a:noAutofit/>
        </a:bodyPr>
        <a:lstStyle/>
        <a:p>
          <a:pPr marL="171450" lvl="1" indent="-171450" algn="just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A major challenge is the </a:t>
          </a:r>
          <a:r>
            <a:rPr lang="en-US" sz="1800" b="0" kern="1200" dirty="0"/>
            <a:t>lack of interoperability between IoMT devices and healthcare platforms, which hinders smooth integration and </a:t>
          </a:r>
          <a:r>
            <a:rPr lang="en-US" sz="1800" kern="1200" dirty="0"/>
            <a:t>secure data exchange.</a:t>
          </a:r>
        </a:p>
      </dsp:txBody>
      <dsp:txXfrm>
        <a:off x="0" y="248643"/>
        <a:ext cx="10058399" cy="1181250"/>
      </dsp:txXfrm>
    </dsp:sp>
    <dsp:sp modelId="{22619703-6B5F-4126-AED0-F877B7809B56}">
      <dsp:nvSpPr>
        <dsp:cNvPr id="0" name=""/>
        <dsp:cNvSpPr/>
      </dsp:nvSpPr>
      <dsp:spPr>
        <a:xfrm>
          <a:off x="502920" y="27243"/>
          <a:ext cx="7040880" cy="442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just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Technical Issues</a:t>
          </a:r>
          <a:endParaRPr lang="en-US" sz="1800" kern="1200" dirty="0"/>
        </a:p>
      </dsp:txBody>
      <dsp:txXfrm>
        <a:off x="524536" y="48859"/>
        <a:ext cx="6997648" cy="399568"/>
      </dsp:txXfrm>
    </dsp:sp>
    <dsp:sp modelId="{2F17F952-A6D9-431C-A032-4CC2FAFF9AC1}">
      <dsp:nvSpPr>
        <dsp:cNvPr id="0" name=""/>
        <dsp:cNvSpPr/>
      </dsp:nvSpPr>
      <dsp:spPr>
        <a:xfrm>
          <a:off x="0" y="1732293"/>
          <a:ext cx="10058399" cy="1181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312420" rIns="780644" bIns="128016" numCol="1" spcCol="1270" anchor="t" anchorCtr="0">
          <a:noAutofit/>
        </a:bodyPr>
        <a:lstStyle/>
        <a:p>
          <a:pPr marL="171450" lvl="1" indent="-171450" algn="just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High implementation and maintenance costs </a:t>
          </a:r>
          <a:r>
            <a:rPr lang="en-US" sz="1800" b="0" kern="1200" dirty="0"/>
            <a:t>limit adoption, especially in public hospitals and underfunded healthcare systems.</a:t>
          </a:r>
        </a:p>
      </dsp:txBody>
      <dsp:txXfrm>
        <a:off x="0" y="1732293"/>
        <a:ext cx="10058399" cy="1181250"/>
      </dsp:txXfrm>
    </dsp:sp>
    <dsp:sp modelId="{8888DC09-57BF-4FE6-87D2-F0F437B99382}">
      <dsp:nvSpPr>
        <dsp:cNvPr id="0" name=""/>
        <dsp:cNvSpPr/>
      </dsp:nvSpPr>
      <dsp:spPr>
        <a:xfrm>
          <a:off x="502920" y="1510893"/>
          <a:ext cx="7040880" cy="442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just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Cost Limitations</a:t>
          </a:r>
          <a:endParaRPr lang="en-US" sz="1800" kern="1200" dirty="0"/>
        </a:p>
      </dsp:txBody>
      <dsp:txXfrm>
        <a:off x="524536" y="1532509"/>
        <a:ext cx="6997648" cy="399568"/>
      </dsp:txXfrm>
    </dsp:sp>
    <dsp:sp modelId="{84C1B6AD-BB53-4220-8388-F3E8AE241D7F}">
      <dsp:nvSpPr>
        <dsp:cNvPr id="0" name=""/>
        <dsp:cNvSpPr/>
      </dsp:nvSpPr>
      <dsp:spPr>
        <a:xfrm>
          <a:off x="0" y="3215943"/>
          <a:ext cx="10058399" cy="1181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312420" rIns="780644" bIns="128016" numCol="1" spcCol="1270" anchor="t" anchorCtr="0">
          <a:noAutofit/>
        </a:bodyPr>
        <a:lstStyle/>
        <a:p>
          <a:pPr marL="171450" lvl="1" indent="-171450" algn="just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Poor coordination between </a:t>
          </a:r>
          <a:r>
            <a:rPr lang="en-US" sz="1800" b="0" kern="1200" dirty="0"/>
            <a:t>IT teams, clinicians, and administrators leads to delayed responses and weak overall cybersecurity strategies</a:t>
          </a:r>
          <a:r>
            <a:rPr lang="en-US" sz="1800" kern="1200" dirty="0"/>
            <a:t>.</a:t>
          </a:r>
        </a:p>
      </dsp:txBody>
      <dsp:txXfrm>
        <a:off x="0" y="3215943"/>
        <a:ext cx="10058399" cy="1181250"/>
      </dsp:txXfrm>
    </dsp:sp>
    <dsp:sp modelId="{53644D52-83B1-484B-80EF-E3C4F23582BF}">
      <dsp:nvSpPr>
        <dsp:cNvPr id="0" name=""/>
        <dsp:cNvSpPr/>
      </dsp:nvSpPr>
      <dsp:spPr>
        <a:xfrm>
          <a:off x="502920" y="2994543"/>
          <a:ext cx="7040880" cy="442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just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Communication Gaps</a:t>
          </a:r>
          <a:endParaRPr lang="en-US" sz="1800" kern="1200" dirty="0"/>
        </a:p>
      </dsp:txBody>
      <dsp:txXfrm>
        <a:off x="524536" y="3016159"/>
        <a:ext cx="6997648" cy="39956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0B8D3E-C829-42A5-A37B-91F4C2F677F7}">
      <dsp:nvSpPr>
        <dsp:cNvPr id="0" name=""/>
        <dsp:cNvSpPr/>
      </dsp:nvSpPr>
      <dsp:spPr>
        <a:xfrm>
          <a:off x="-4548356" y="-697417"/>
          <a:ext cx="5418195" cy="5418195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425EB4-F9F1-4DBE-9E26-D1EFAA6D3E47}">
      <dsp:nvSpPr>
        <dsp:cNvPr id="0" name=""/>
        <dsp:cNvSpPr/>
      </dsp:nvSpPr>
      <dsp:spPr>
        <a:xfrm>
          <a:off x="455617" y="309315"/>
          <a:ext cx="9548237" cy="61895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1295" tIns="45720" rIns="45720" bIns="45720" numCol="1" spcCol="1270" anchor="ctr" anchorCtr="0">
          <a:noAutofit/>
        </a:bodyPr>
        <a:lstStyle/>
        <a:p>
          <a:pPr marL="0" lvl="0" indent="0" algn="just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Many AI and blockchain tools are still in early prototype or testing stages.</a:t>
          </a:r>
        </a:p>
      </dsp:txBody>
      <dsp:txXfrm>
        <a:off x="455617" y="309315"/>
        <a:ext cx="9548237" cy="618953"/>
      </dsp:txXfrm>
    </dsp:sp>
    <dsp:sp modelId="{63E31A24-672D-44C5-9FFB-11D4088EC101}">
      <dsp:nvSpPr>
        <dsp:cNvPr id="0" name=""/>
        <dsp:cNvSpPr/>
      </dsp:nvSpPr>
      <dsp:spPr>
        <a:xfrm>
          <a:off x="68771" y="231946"/>
          <a:ext cx="773692" cy="773692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l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63DE1A31-4E7C-49B4-84BE-291A71DB6CE5}">
      <dsp:nvSpPr>
        <dsp:cNvPr id="0" name=""/>
        <dsp:cNvSpPr/>
      </dsp:nvSpPr>
      <dsp:spPr>
        <a:xfrm>
          <a:off x="810477" y="1237907"/>
          <a:ext cx="9193377" cy="61895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1295" tIns="45720" rIns="45720" bIns="45720" numCol="1" spcCol="1270" anchor="ctr" anchorCtr="0">
          <a:noAutofit/>
        </a:bodyPr>
        <a:lstStyle/>
        <a:p>
          <a:pPr marL="0" lvl="0" indent="0" algn="just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Studies show mixed results on how scalable and effective these tools are in practice.</a:t>
          </a:r>
        </a:p>
      </dsp:txBody>
      <dsp:txXfrm>
        <a:off x="810477" y="1237907"/>
        <a:ext cx="9193377" cy="618953"/>
      </dsp:txXfrm>
    </dsp:sp>
    <dsp:sp modelId="{DF11ACBE-920F-4F2C-9A34-3349D7CE7697}">
      <dsp:nvSpPr>
        <dsp:cNvPr id="0" name=""/>
        <dsp:cNvSpPr/>
      </dsp:nvSpPr>
      <dsp:spPr>
        <a:xfrm>
          <a:off x="423631" y="1160538"/>
          <a:ext cx="773692" cy="773692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l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3B1B021F-91EE-4E60-B78F-4B8CE8C5B6E0}">
      <dsp:nvSpPr>
        <dsp:cNvPr id="0" name=""/>
        <dsp:cNvSpPr/>
      </dsp:nvSpPr>
      <dsp:spPr>
        <a:xfrm>
          <a:off x="810477" y="2166498"/>
          <a:ext cx="9193377" cy="61895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1295" tIns="45720" rIns="45720" bIns="45720" numCol="1" spcCol="1270" anchor="ctr" anchorCtr="0">
          <a:noAutofit/>
        </a:bodyPr>
        <a:lstStyle/>
        <a:p>
          <a:pPr marL="0" lvl="0" indent="0" algn="just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There's no global standard for securing IoMT, leading to inconsistent approaches.</a:t>
          </a:r>
        </a:p>
      </dsp:txBody>
      <dsp:txXfrm>
        <a:off x="810477" y="2166498"/>
        <a:ext cx="9193377" cy="618953"/>
      </dsp:txXfrm>
    </dsp:sp>
    <dsp:sp modelId="{956E9D46-0A65-4362-83AC-993D81952A8F}">
      <dsp:nvSpPr>
        <dsp:cNvPr id="0" name=""/>
        <dsp:cNvSpPr/>
      </dsp:nvSpPr>
      <dsp:spPr>
        <a:xfrm>
          <a:off x="423631" y="2089129"/>
          <a:ext cx="773692" cy="773692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l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BF3F8AFA-0BAB-4AE0-839E-A8106441BACE}">
      <dsp:nvSpPr>
        <dsp:cNvPr id="0" name=""/>
        <dsp:cNvSpPr/>
      </dsp:nvSpPr>
      <dsp:spPr>
        <a:xfrm>
          <a:off x="455617" y="3095090"/>
          <a:ext cx="9548237" cy="61895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1295" tIns="45720" rIns="45720" bIns="45720" numCol="1" spcCol="1270" anchor="ctr" anchorCtr="0">
          <a:noAutofit/>
        </a:bodyPr>
        <a:lstStyle/>
        <a:p>
          <a:pPr marL="0" lvl="0" indent="0" algn="just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Most research lacks validation in real clinical environments.</a:t>
          </a:r>
        </a:p>
      </dsp:txBody>
      <dsp:txXfrm>
        <a:off x="455617" y="3095090"/>
        <a:ext cx="9548237" cy="618953"/>
      </dsp:txXfrm>
    </dsp:sp>
    <dsp:sp modelId="{15BF6249-0593-4FF9-9EA1-239999DF7CC2}">
      <dsp:nvSpPr>
        <dsp:cNvPr id="0" name=""/>
        <dsp:cNvSpPr/>
      </dsp:nvSpPr>
      <dsp:spPr>
        <a:xfrm>
          <a:off x="68771" y="3017721"/>
          <a:ext cx="773692" cy="773692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l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BBC1B3-9A84-44A6-973A-E7BEA674476B}">
      <dsp:nvSpPr>
        <dsp:cNvPr id="0" name=""/>
        <dsp:cNvSpPr/>
      </dsp:nvSpPr>
      <dsp:spPr>
        <a:xfrm>
          <a:off x="2" y="0"/>
          <a:ext cx="10058394" cy="402336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CA209FC-AFF1-492E-9F72-903D5157C198}">
      <dsp:nvSpPr>
        <dsp:cNvPr id="0" name=""/>
        <dsp:cNvSpPr/>
      </dsp:nvSpPr>
      <dsp:spPr>
        <a:xfrm>
          <a:off x="3437" y="1207008"/>
          <a:ext cx="2233672" cy="160934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There's a pressing need for global interoperability standards in IoMT.</a:t>
          </a:r>
        </a:p>
      </dsp:txBody>
      <dsp:txXfrm>
        <a:off x="81999" y="1285570"/>
        <a:ext cx="2076548" cy="1452220"/>
      </dsp:txXfrm>
    </dsp:sp>
    <dsp:sp modelId="{9DAB6B9E-BA55-4E77-9F66-0FBF0E6F65FD}">
      <dsp:nvSpPr>
        <dsp:cNvPr id="0" name=""/>
        <dsp:cNvSpPr/>
      </dsp:nvSpPr>
      <dsp:spPr>
        <a:xfrm>
          <a:off x="2609388" y="1207008"/>
          <a:ext cx="2233672" cy="160934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Many AI solutions haven’t been tested in real-world healthcare settings.</a:t>
          </a:r>
        </a:p>
      </dsp:txBody>
      <dsp:txXfrm>
        <a:off x="2687950" y="1285570"/>
        <a:ext cx="2076548" cy="1452220"/>
      </dsp:txXfrm>
    </dsp:sp>
    <dsp:sp modelId="{8A6019CE-D96E-4B73-8682-88DB52EE8D4D}">
      <dsp:nvSpPr>
        <dsp:cNvPr id="0" name=""/>
        <dsp:cNvSpPr/>
      </dsp:nvSpPr>
      <dsp:spPr>
        <a:xfrm>
          <a:off x="5215339" y="1207008"/>
          <a:ext cx="2233672" cy="160934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Socioeconomic challenges in low-income regions are often overlooked.</a:t>
          </a:r>
        </a:p>
      </dsp:txBody>
      <dsp:txXfrm>
        <a:off x="5293901" y="1285570"/>
        <a:ext cx="2076548" cy="1452220"/>
      </dsp:txXfrm>
    </dsp:sp>
    <dsp:sp modelId="{C546436F-12C7-412B-96BD-7C5F1DFA7638}">
      <dsp:nvSpPr>
        <dsp:cNvPr id="0" name=""/>
        <dsp:cNvSpPr/>
      </dsp:nvSpPr>
      <dsp:spPr>
        <a:xfrm>
          <a:off x="7821290" y="1207008"/>
          <a:ext cx="2233672" cy="160934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Future studies should explore long-term security impacts and ethics.</a:t>
          </a:r>
        </a:p>
      </dsp:txBody>
      <dsp:txXfrm>
        <a:off x="7899852" y="1285570"/>
        <a:ext cx="2076548" cy="145222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C7775A-280E-4C94-9BB5-DC7802A1EFA8}">
      <dsp:nvSpPr>
        <dsp:cNvPr id="0" name=""/>
        <dsp:cNvSpPr/>
      </dsp:nvSpPr>
      <dsp:spPr>
        <a:xfrm rot="5400000">
          <a:off x="464910" y="1465161"/>
          <a:ext cx="1399987" cy="2329548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4B77118-AB59-45C1-896A-6C2D9313C253}">
      <dsp:nvSpPr>
        <dsp:cNvPr id="0" name=""/>
        <dsp:cNvSpPr/>
      </dsp:nvSpPr>
      <dsp:spPr>
        <a:xfrm>
          <a:off x="231217" y="2161194"/>
          <a:ext cx="2103129" cy="18435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Encourage secure-by-design practices for all medical IoT devices.</a:t>
          </a:r>
        </a:p>
      </dsp:txBody>
      <dsp:txXfrm>
        <a:off x="231217" y="2161194"/>
        <a:ext cx="2103129" cy="1843516"/>
      </dsp:txXfrm>
    </dsp:sp>
    <dsp:sp modelId="{CEEC7AB5-BB6C-4959-AD21-B39495AACE96}">
      <dsp:nvSpPr>
        <dsp:cNvPr id="0" name=""/>
        <dsp:cNvSpPr/>
      </dsp:nvSpPr>
      <dsp:spPr>
        <a:xfrm>
          <a:off x="1937529" y="1293657"/>
          <a:ext cx="396816" cy="396816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8D38EE4-D042-4198-B17E-F634DD9F6F78}">
      <dsp:nvSpPr>
        <dsp:cNvPr id="0" name=""/>
        <dsp:cNvSpPr/>
      </dsp:nvSpPr>
      <dsp:spPr>
        <a:xfrm rot="5400000">
          <a:off x="3039551" y="828064"/>
          <a:ext cx="1399987" cy="2329548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7753F55-4A85-476B-B14A-B80C76081BB2}">
      <dsp:nvSpPr>
        <dsp:cNvPr id="0" name=""/>
        <dsp:cNvSpPr/>
      </dsp:nvSpPr>
      <dsp:spPr>
        <a:xfrm>
          <a:off x="2805858" y="1524097"/>
          <a:ext cx="2103129" cy="18435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Support international collaboration on IoMT cybersecurity policies.</a:t>
          </a:r>
        </a:p>
      </dsp:txBody>
      <dsp:txXfrm>
        <a:off x="2805858" y="1524097"/>
        <a:ext cx="2103129" cy="1843516"/>
      </dsp:txXfrm>
    </dsp:sp>
    <dsp:sp modelId="{33879A29-BAB5-46A4-B8BD-C96A48B23C39}">
      <dsp:nvSpPr>
        <dsp:cNvPr id="0" name=""/>
        <dsp:cNvSpPr/>
      </dsp:nvSpPr>
      <dsp:spPr>
        <a:xfrm>
          <a:off x="4512170" y="656560"/>
          <a:ext cx="396816" cy="396816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14A9603-6184-44FC-B506-CA690A9CC462}">
      <dsp:nvSpPr>
        <dsp:cNvPr id="0" name=""/>
        <dsp:cNvSpPr/>
      </dsp:nvSpPr>
      <dsp:spPr>
        <a:xfrm rot="5400000">
          <a:off x="5614192" y="190966"/>
          <a:ext cx="1399987" cy="2329548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B79EF17-8E78-4A59-AE0A-34767BE8CF04}">
      <dsp:nvSpPr>
        <dsp:cNvPr id="0" name=""/>
        <dsp:cNvSpPr/>
      </dsp:nvSpPr>
      <dsp:spPr>
        <a:xfrm>
          <a:off x="5380499" y="886999"/>
          <a:ext cx="2103129" cy="18435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Provide regular cybersecurity training for healthcare professionals.</a:t>
          </a:r>
        </a:p>
      </dsp:txBody>
      <dsp:txXfrm>
        <a:off x="5380499" y="886999"/>
        <a:ext cx="2103129" cy="1843516"/>
      </dsp:txXfrm>
    </dsp:sp>
    <dsp:sp modelId="{C1F9365D-535E-4414-A722-540AF2FE74CE}">
      <dsp:nvSpPr>
        <dsp:cNvPr id="0" name=""/>
        <dsp:cNvSpPr/>
      </dsp:nvSpPr>
      <dsp:spPr>
        <a:xfrm>
          <a:off x="7086812" y="19462"/>
          <a:ext cx="396816" cy="396816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9DDAB90-AF10-45D3-B19E-74C38F4D4BAE}">
      <dsp:nvSpPr>
        <dsp:cNvPr id="0" name=""/>
        <dsp:cNvSpPr/>
      </dsp:nvSpPr>
      <dsp:spPr>
        <a:xfrm rot="5400000">
          <a:off x="8188833" y="-446130"/>
          <a:ext cx="1399987" cy="2329548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B447516-FB87-424A-AF97-51F83D27570C}">
      <dsp:nvSpPr>
        <dsp:cNvPr id="0" name=""/>
        <dsp:cNvSpPr/>
      </dsp:nvSpPr>
      <dsp:spPr>
        <a:xfrm>
          <a:off x="7955140" y="249902"/>
          <a:ext cx="2103129" cy="18435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Build public-private partnerships to fund and guide innovation.</a:t>
          </a:r>
        </a:p>
      </dsp:txBody>
      <dsp:txXfrm>
        <a:off x="7955140" y="249902"/>
        <a:ext cx="2103129" cy="18435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C15EB2-D6F0-4380-BCE7-A6D53C285827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F72F5-28C4-4DB1-9E9A-9A0B3F79D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866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F72F5-28C4-4DB1-9E9A-9A0B3F79D38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46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ECA1-BECD-4CBF-83C1-A15D3E0DA6FD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744C2-1D63-43F9-82C8-588FC924063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610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ECA1-BECD-4CBF-83C1-A15D3E0DA6FD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744C2-1D63-43F9-82C8-588FC9240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901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ECA1-BECD-4CBF-83C1-A15D3E0DA6FD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744C2-1D63-43F9-82C8-588FC924063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892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ECA1-BECD-4CBF-83C1-A15D3E0DA6FD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744C2-1D63-43F9-82C8-588FC9240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835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ECA1-BECD-4CBF-83C1-A15D3E0DA6FD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744C2-1D63-43F9-82C8-588FC9240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ECA1-BECD-4CBF-83C1-A15D3E0DA6FD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744C2-1D63-43F9-82C8-588FC9240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453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ECA1-BECD-4CBF-83C1-A15D3E0DA6FD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744C2-1D63-43F9-82C8-588FC9240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730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FD1ECA1-BECD-4CBF-83C1-A15D3E0DA6FD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4F744C2-1D63-43F9-82C8-588FC9240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324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ECA1-BECD-4CBF-83C1-A15D3E0DA6FD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744C2-1D63-43F9-82C8-588FC9240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9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ECA1-BECD-4CBF-83C1-A15D3E0DA6FD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744C2-1D63-43F9-82C8-588FC9240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95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ECA1-BECD-4CBF-83C1-A15D3E0DA6FD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744C2-1D63-43F9-82C8-588FC9240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970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FD1ECA1-BECD-4CBF-83C1-A15D3E0DA6FD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4F744C2-1D63-43F9-82C8-588FC924063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693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3390/s24092804" TargetMode="External"/><Relationship Id="rId3" Type="http://schemas.openxmlformats.org/officeDocument/2006/relationships/hyperlink" Target="file:///C:\Users\Dell\Downloads\%20https:\doi.org\10.1109\ACCESS.2022.3225038" TargetMode="External"/><Relationship Id="rId7" Type="http://schemas.openxmlformats.org/officeDocument/2006/relationships/hyperlink" Target="https://doi.org/10.1007/978-3-031-38530-8_34" TargetMode="External"/><Relationship Id="rId2" Type="http://schemas.openxmlformats.org/officeDocument/2006/relationships/hyperlink" Target="https://doi.org/10.3390/app14114729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3390/su15076177" TargetMode="External"/><Relationship Id="rId5" Type="http://schemas.openxmlformats.org/officeDocument/2006/relationships/hyperlink" Target="https://doi.org/10.3390/s23198107" TargetMode="External"/><Relationship Id="rId4" Type="http://schemas.openxmlformats.org/officeDocument/2006/relationships/hyperlink" Target="https://ieeexplore.ieee.org/document/9964214" TargetMode="External"/><Relationship Id="rId9" Type="http://schemas.openxmlformats.org/officeDocument/2006/relationships/hyperlink" Target="https://doi.org/10.1007/s11276-024-03764-8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02/9781394287024.ch3" TargetMode="External"/><Relationship Id="rId3" Type="http://schemas.openxmlformats.org/officeDocument/2006/relationships/hyperlink" Target="https://doi.org/10.54489/ijcim.v2i2.110" TargetMode="External"/><Relationship Id="rId7" Type="http://schemas.openxmlformats.org/officeDocument/2006/relationships/hyperlink" Target="https://doi.org/10.3390/s22155517" TargetMode="External"/><Relationship Id="rId2" Type="http://schemas.openxmlformats.org/officeDocument/2006/relationships/hyperlink" Target="https://doi.org/10.1109/TCE.2025.354488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02/ett.4049" TargetMode="External"/><Relationship Id="rId5" Type="http://schemas.openxmlformats.org/officeDocument/2006/relationships/hyperlink" Target="https://doi.org/10.3390/fi17030107" TargetMode="External"/><Relationship Id="rId4" Type="http://schemas.openxmlformats.org/officeDocument/2006/relationships/hyperlink" Target="https://doi.org/10.1038/s41598-024-80581-1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2147/JMDH.S459987" TargetMode="External"/><Relationship Id="rId2" Type="http://schemas.openxmlformats.org/officeDocument/2006/relationships/hyperlink" Target="https://doi.org/10.1007/s11227-023-05657-7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16/j.hlpt.2021.100549" TargetMode="External"/><Relationship Id="rId4" Type="http://schemas.openxmlformats.org/officeDocument/2006/relationships/hyperlink" Target="https://doi.org/10.1016/j.bushor.2021.07.01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9FB92-B416-BDC0-16D7-21A771B658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Autofit/>
          </a:bodyPr>
          <a:lstStyle/>
          <a:p>
            <a:pPr algn="ctr"/>
            <a:r>
              <a:rPr lang="en-US" sz="4400" b="1" dirty="0"/>
              <a:t>Cybersecurity Threats in Internet of Medical Things (IoMT):</a:t>
            </a:r>
            <a:br>
              <a:rPr lang="en-US" sz="4400" dirty="0"/>
            </a:br>
            <a:r>
              <a:rPr lang="en-US" sz="4400" b="1" dirty="0"/>
              <a:t>Challenges and Responses in the Healthcare Sector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622854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40DC-DD69-13FE-2B25-4D33325B8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009BB-C167-02FE-CDEB-51525DA15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7686" y="1877631"/>
            <a:ext cx="6267994" cy="4023360"/>
          </a:xfrm>
        </p:spPr>
        <p:txBody>
          <a:bodyPr anchor="ctr"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The adoption of IoMT in healthcare is rapidly expanding, offering benefits such as real-time monitoring and </a:t>
            </a:r>
            <a:r>
              <a:rPr lang="en-US" sz="1800" dirty="0" err="1"/>
              <a:t>personalised</a:t>
            </a:r>
            <a:r>
              <a:rPr lang="en-US" sz="1800" dirty="0"/>
              <a:t> care (</a:t>
            </a:r>
            <a:r>
              <a:rPr lang="en-US" sz="1800" dirty="0" err="1"/>
              <a:t>Alhaj</a:t>
            </a:r>
            <a:r>
              <a:rPr lang="en-US" sz="1800" dirty="0"/>
              <a:t> et al., 2022).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This presentation analyses key cybersecurity vulnerabilities and the effectiveness of existing countermeasures.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Emphasis is placed on the CIA triad—Confidentiality, Integrity, and Availability—as critical to secure </a:t>
            </a:r>
            <a:r>
              <a:rPr lang="en-US" sz="1800" dirty="0" err="1"/>
              <a:t>IoMT</a:t>
            </a:r>
            <a:r>
              <a:rPr lang="en-US" sz="1800" dirty="0"/>
              <a:t> environments (Brown et al., 2023).</a:t>
            </a:r>
          </a:p>
        </p:txBody>
      </p:sp>
      <p:pic>
        <p:nvPicPr>
          <p:cNvPr id="2051" name="Picture 3" descr="The IoMT revolution in the healthcare ...">
            <a:extLst>
              <a:ext uri="{FF2B5EF4-FFF2-40B4-BE49-F238E27FC236}">
                <a16:creationId xmlns:a16="http://schemas.microsoft.com/office/drawing/2014/main" id="{A9223E67-D9A6-6076-29A1-21A1FE13A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685" y="2383292"/>
            <a:ext cx="3207250" cy="308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2005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8DC38-2069-139B-D42D-D79D76B2C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/>
              <a:t>Research Questions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6482E6-A7E3-1F58-B2B6-CC178625B3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4574938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0069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E9EE1-78F8-105A-9474-9BD1BE5F9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/>
              <a:t>Methodology and Source Selection</a:t>
            </a:r>
            <a:endParaRPr lang="en-US" i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4D500D-FD19-7736-F47A-863F6FB691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2794985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7219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25A18-DAE9-B6C3-08EA-0091326DA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/>
              <a:t>IoMT in Healthcare – An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FCD67-0304-40F6-9B81-2388377B6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522720" cy="4023360"/>
          </a:xfrm>
        </p:spPr>
        <p:txBody>
          <a:bodyPr anchor="ctr"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Core components include sensors, communication networks, cloud platforms, and decision-making algorithms (</a:t>
            </a:r>
            <a:r>
              <a:rPr lang="en-US" sz="1800" dirty="0" err="1"/>
              <a:t>Fahim</a:t>
            </a:r>
            <a:r>
              <a:rPr lang="en-US" sz="1800" dirty="0"/>
              <a:t>-</a:t>
            </a:r>
            <a:r>
              <a:rPr lang="en-US" sz="1800" dirty="0" err="1"/>
              <a:t>Ul</a:t>
            </a:r>
            <a:r>
              <a:rPr lang="en-US" sz="1800" dirty="0"/>
              <a:t>-Islam et al., 2025).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IoMT enables continuous monitoring, telehealth, and data-driven treatment strategies (</a:t>
            </a:r>
            <a:r>
              <a:rPr lang="en-US" sz="1800" dirty="0" err="1"/>
              <a:t>Mushtaq</a:t>
            </a:r>
            <a:r>
              <a:rPr lang="en-US" sz="1800" dirty="0"/>
              <a:t> et al., 2021).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The global IoMT market is projected to reach USD 285 billion by 2029.</a:t>
            </a:r>
          </a:p>
        </p:txBody>
      </p:sp>
      <p:pic>
        <p:nvPicPr>
          <p:cNvPr id="8196" name="Picture 4" descr="Internet of Medical Things (IoMT ...">
            <a:extLst>
              <a:ext uri="{FF2B5EF4-FFF2-40B4-BE49-F238E27FC236}">
                <a16:creationId xmlns:a16="http://schemas.microsoft.com/office/drawing/2014/main" id="{C6346237-37C4-F05A-D985-21CF50B73C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78"/>
          <a:stretch>
            <a:fillRect/>
          </a:stretch>
        </p:blipFill>
        <p:spPr bwMode="auto">
          <a:xfrm>
            <a:off x="7938985" y="2515960"/>
            <a:ext cx="3216695" cy="2796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0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93B8B-2562-7011-57B4-EFF062F5B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/>
              <a:t>Types of IoMT Devices and Applications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88637D-8E5D-04A4-9D73-CC56E1616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041020"/>
              </p:ext>
            </p:extLst>
          </p:nvPr>
        </p:nvGraphicFramePr>
        <p:xfrm>
          <a:off x="1286220" y="1915885"/>
          <a:ext cx="9619560" cy="4223654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386246">
                  <a:extLst>
                    <a:ext uri="{9D8B030D-6E8A-4147-A177-3AD203B41FA5}">
                      <a16:colId xmlns:a16="http://schemas.microsoft.com/office/drawing/2014/main" val="2807755381"/>
                    </a:ext>
                  </a:extLst>
                </a:gridCol>
                <a:gridCol w="6233314">
                  <a:extLst>
                    <a:ext uri="{9D8B030D-6E8A-4147-A177-3AD203B41FA5}">
                      <a16:colId xmlns:a16="http://schemas.microsoft.com/office/drawing/2014/main" val="4178856487"/>
                    </a:ext>
                  </a:extLst>
                </a:gridCol>
              </a:tblGrid>
              <a:tr h="367274"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/>
                        <a:t>Device/Application</a:t>
                      </a:r>
                      <a:endParaRPr lang="en-US" sz="1700" dirty="0"/>
                    </a:p>
                  </a:txBody>
                  <a:tcPr marL="87451" marR="87451" marT="43725" marB="43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/>
                        <a:t>Description</a:t>
                      </a:r>
                      <a:endParaRPr lang="en-US" sz="1700" dirty="0"/>
                    </a:p>
                  </a:txBody>
                  <a:tcPr marL="87451" marR="87451" marT="43725" marB="43725" anchor="ctr"/>
                </a:tc>
                <a:extLst>
                  <a:ext uri="{0D108BD9-81ED-4DB2-BD59-A6C34878D82A}">
                    <a16:rowId xmlns:a16="http://schemas.microsoft.com/office/drawing/2014/main" val="1538704558"/>
                  </a:ext>
                </a:extLst>
              </a:tr>
              <a:tr h="642730"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/>
                        <a:t>Insulin Pumps</a:t>
                      </a:r>
                      <a:endParaRPr lang="en-US" sz="1700" dirty="0"/>
                    </a:p>
                  </a:txBody>
                  <a:tcPr marL="87451" marR="87451" marT="43725" marB="437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/>
                        <a:t>Automatically deliver insulin to manage diabetes in real time.</a:t>
                      </a:r>
                    </a:p>
                  </a:txBody>
                  <a:tcPr marL="87451" marR="87451" marT="43725" marB="43725" anchor="ctr"/>
                </a:tc>
                <a:extLst>
                  <a:ext uri="{0D108BD9-81ED-4DB2-BD59-A6C34878D82A}">
                    <a16:rowId xmlns:a16="http://schemas.microsoft.com/office/drawing/2014/main" val="2262869145"/>
                  </a:ext>
                </a:extLst>
              </a:tr>
              <a:tr h="642730">
                <a:tc>
                  <a:txBody>
                    <a:bodyPr/>
                    <a:lstStyle/>
                    <a:p>
                      <a:pPr algn="ctr"/>
                      <a:r>
                        <a:rPr lang="en-US" sz="1700" b="1"/>
                        <a:t>Pacemakers</a:t>
                      </a:r>
                      <a:endParaRPr lang="en-US" sz="1700"/>
                    </a:p>
                  </a:txBody>
                  <a:tcPr marL="87451" marR="87451" marT="43725" marB="437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/>
                        <a:t>Monitor and regulate heart rhythm for cardiac patients.</a:t>
                      </a:r>
                    </a:p>
                  </a:txBody>
                  <a:tcPr marL="87451" marR="87451" marT="43725" marB="43725" anchor="ctr"/>
                </a:tc>
                <a:extLst>
                  <a:ext uri="{0D108BD9-81ED-4DB2-BD59-A6C34878D82A}">
                    <a16:rowId xmlns:a16="http://schemas.microsoft.com/office/drawing/2014/main" val="2128742588"/>
                  </a:ext>
                </a:extLst>
              </a:tr>
              <a:tr h="642730"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/>
                        <a:t>Wearable ECG Monitors</a:t>
                      </a:r>
                      <a:endParaRPr lang="en-US" sz="1700" dirty="0"/>
                    </a:p>
                  </a:txBody>
                  <a:tcPr marL="87451" marR="87451" marT="43725" marB="437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dirty="0"/>
                        <a:t>Continuously track heart activity and send alerts for abnormalities.</a:t>
                      </a:r>
                    </a:p>
                  </a:txBody>
                  <a:tcPr marL="87451" marR="87451" marT="43725" marB="43725" anchor="ctr"/>
                </a:tc>
                <a:extLst>
                  <a:ext uri="{0D108BD9-81ED-4DB2-BD59-A6C34878D82A}">
                    <a16:rowId xmlns:a16="http://schemas.microsoft.com/office/drawing/2014/main" val="3819126626"/>
                  </a:ext>
                </a:extLst>
              </a:tr>
              <a:tr h="642730"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/>
                        <a:t>Imaging Scanners</a:t>
                      </a:r>
                      <a:endParaRPr lang="en-US" sz="1700" dirty="0"/>
                    </a:p>
                  </a:txBody>
                  <a:tcPr marL="87451" marR="87451" marT="43725" marB="437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/>
                        <a:t>Digitally capture and transmit radiological data (e.g., CT, MRI).</a:t>
                      </a:r>
                    </a:p>
                  </a:txBody>
                  <a:tcPr marL="87451" marR="87451" marT="43725" marB="43725" anchor="ctr"/>
                </a:tc>
                <a:extLst>
                  <a:ext uri="{0D108BD9-81ED-4DB2-BD59-A6C34878D82A}">
                    <a16:rowId xmlns:a16="http://schemas.microsoft.com/office/drawing/2014/main" val="1349429826"/>
                  </a:ext>
                </a:extLst>
              </a:tr>
              <a:tr h="642730"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/>
                        <a:t>Remote Patient Monitoring</a:t>
                      </a:r>
                      <a:endParaRPr lang="en-US" sz="1700" dirty="0"/>
                    </a:p>
                  </a:txBody>
                  <a:tcPr marL="87451" marR="87451" marT="43725" marB="437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/>
                        <a:t>Allows doctors to track patient vitals remotely and intervene early.</a:t>
                      </a:r>
                    </a:p>
                  </a:txBody>
                  <a:tcPr marL="87451" marR="87451" marT="43725" marB="43725" anchor="ctr"/>
                </a:tc>
                <a:extLst>
                  <a:ext uri="{0D108BD9-81ED-4DB2-BD59-A6C34878D82A}">
                    <a16:rowId xmlns:a16="http://schemas.microsoft.com/office/drawing/2014/main" val="1056399591"/>
                  </a:ext>
                </a:extLst>
              </a:tr>
              <a:tr h="642730"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/>
                        <a:t>Cloud-Based Systems</a:t>
                      </a:r>
                      <a:endParaRPr lang="en-US" sz="1700" dirty="0"/>
                    </a:p>
                  </a:txBody>
                  <a:tcPr marL="87451" marR="87451" marT="43725" marB="437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dirty="0"/>
                        <a:t>Enable </a:t>
                      </a:r>
                      <a:r>
                        <a:rPr lang="en-US" sz="1700" dirty="0" err="1"/>
                        <a:t>centralised</a:t>
                      </a:r>
                      <a:r>
                        <a:rPr lang="en-US" sz="1700" dirty="0"/>
                        <a:t> diagnostics, data sharing, and resource management.</a:t>
                      </a:r>
                    </a:p>
                  </a:txBody>
                  <a:tcPr marL="87451" marR="87451" marT="43725" marB="43725" anchor="ctr"/>
                </a:tc>
                <a:extLst>
                  <a:ext uri="{0D108BD9-81ED-4DB2-BD59-A6C34878D82A}">
                    <a16:rowId xmlns:a16="http://schemas.microsoft.com/office/drawing/2014/main" val="2617132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537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C84EA-352A-445B-E7E4-BE4B5CA75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/>
              <a:t>Key Cybersecurity Threats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C4B117E-71A5-1C98-6164-A0DDECE0A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410676"/>
              </p:ext>
            </p:extLst>
          </p:nvPr>
        </p:nvGraphicFramePr>
        <p:xfrm>
          <a:off x="1316383" y="1846263"/>
          <a:ext cx="9619560" cy="4347707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646017">
                  <a:extLst>
                    <a:ext uri="{9D8B030D-6E8A-4147-A177-3AD203B41FA5}">
                      <a16:colId xmlns:a16="http://schemas.microsoft.com/office/drawing/2014/main" val="3816785821"/>
                    </a:ext>
                  </a:extLst>
                </a:gridCol>
                <a:gridCol w="6973543">
                  <a:extLst>
                    <a:ext uri="{9D8B030D-6E8A-4147-A177-3AD203B41FA5}">
                      <a16:colId xmlns:a16="http://schemas.microsoft.com/office/drawing/2014/main" val="131694513"/>
                    </a:ext>
                  </a:extLst>
                </a:gridCol>
              </a:tblGrid>
              <a:tr h="41462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Threat Type</a:t>
                      </a:r>
                      <a:endParaRPr lang="en-US" sz="2000" dirty="0"/>
                    </a:p>
                  </a:txBody>
                  <a:tcPr marL="87451" marR="87451" marT="43725" marB="43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Impact</a:t>
                      </a:r>
                      <a:endParaRPr lang="en-US" sz="2000" dirty="0"/>
                    </a:p>
                  </a:txBody>
                  <a:tcPr marL="87451" marR="87451" marT="43725" marB="43725" anchor="ctr"/>
                </a:tc>
                <a:extLst>
                  <a:ext uri="{0D108BD9-81ED-4DB2-BD59-A6C34878D82A}">
                    <a16:rowId xmlns:a16="http://schemas.microsoft.com/office/drawing/2014/main" val="2061174235"/>
                  </a:ext>
                </a:extLst>
              </a:tr>
              <a:tr h="67238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Ransomware</a:t>
                      </a:r>
                      <a:endParaRPr lang="en-US" sz="1800" dirty="0"/>
                    </a:p>
                  </a:txBody>
                  <a:tcPr marL="87451" marR="87451" marT="43725" marB="43725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Encrypts data and demands payment for access; e.g., WannaCry.</a:t>
                      </a:r>
                    </a:p>
                  </a:txBody>
                  <a:tcPr marL="87451" marR="87451" marT="43725" marB="43725" anchor="ctr"/>
                </a:tc>
                <a:extLst>
                  <a:ext uri="{0D108BD9-81ED-4DB2-BD59-A6C34878D82A}">
                    <a16:rowId xmlns:a16="http://schemas.microsoft.com/office/drawing/2014/main" val="2879629722"/>
                  </a:ext>
                </a:extLst>
              </a:tr>
              <a:tr h="64707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Phishing</a:t>
                      </a:r>
                      <a:endParaRPr lang="en-US" sz="1800" dirty="0"/>
                    </a:p>
                  </a:txBody>
                  <a:tcPr marL="87451" marR="87451" marT="43725" marB="43725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Tricks users into revealing sensitive information via fake emails or links.</a:t>
                      </a:r>
                    </a:p>
                  </a:txBody>
                  <a:tcPr marL="87451" marR="87451" marT="43725" marB="43725" anchor="ctr"/>
                </a:tc>
                <a:extLst>
                  <a:ext uri="{0D108BD9-81ED-4DB2-BD59-A6C34878D82A}">
                    <a16:rowId xmlns:a16="http://schemas.microsoft.com/office/drawing/2014/main" val="2483871875"/>
                  </a:ext>
                </a:extLst>
              </a:tr>
              <a:tr h="64707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Malware</a:t>
                      </a:r>
                      <a:endParaRPr lang="en-US" sz="1800" dirty="0"/>
                    </a:p>
                  </a:txBody>
                  <a:tcPr marL="87451" marR="87451" marT="43725" marB="43725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Malicious software that can disrupt or spy on device operations.</a:t>
                      </a:r>
                    </a:p>
                  </a:txBody>
                  <a:tcPr marL="87451" marR="87451" marT="43725" marB="43725" anchor="ctr"/>
                </a:tc>
                <a:extLst>
                  <a:ext uri="{0D108BD9-81ED-4DB2-BD59-A6C34878D82A}">
                    <a16:rowId xmlns:a16="http://schemas.microsoft.com/office/drawing/2014/main" val="3687463572"/>
                  </a:ext>
                </a:extLst>
              </a:tr>
              <a:tr h="647079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DDoS Attacks</a:t>
                      </a:r>
                      <a:endParaRPr lang="en-US" sz="1800"/>
                    </a:p>
                  </a:txBody>
                  <a:tcPr marL="87451" marR="87451" marT="43725" marB="43725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Overloads networks or servers, causing service outages.</a:t>
                      </a:r>
                    </a:p>
                  </a:txBody>
                  <a:tcPr marL="87451" marR="87451" marT="43725" marB="43725" anchor="ctr"/>
                </a:tc>
                <a:extLst>
                  <a:ext uri="{0D108BD9-81ED-4DB2-BD59-A6C34878D82A}">
                    <a16:rowId xmlns:a16="http://schemas.microsoft.com/office/drawing/2014/main" val="1122348767"/>
                  </a:ext>
                </a:extLst>
              </a:tr>
              <a:tr h="64707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Supply Chain Attacks</a:t>
                      </a:r>
                      <a:endParaRPr lang="en-US" sz="1800" dirty="0"/>
                    </a:p>
                  </a:txBody>
                  <a:tcPr marL="87451" marR="87451" marT="43725" marB="43725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Exploits vulnerabilities in third-party components or vendors.</a:t>
                      </a:r>
                    </a:p>
                  </a:txBody>
                  <a:tcPr marL="87451" marR="87451" marT="43725" marB="43725" anchor="ctr"/>
                </a:tc>
                <a:extLst>
                  <a:ext uri="{0D108BD9-81ED-4DB2-BD59-A6C34878D82A}">
                    <a16:rowId xmlns:a16="http://schemas.microsoft.com/office/drawing/2014/main" val="1345525709"/>
                  </a:ext>
                </a:extLst>
              </a:tr>
              <a:tr h="67238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Insider Threats</a:t>
                      </a:r>
                      <a:endParaRPr lang="en-US" sz="1800" dirty="0"/>
                    </a:p>
                  </a:txBody>
                  <a:tcPr marL="87451" marR="87451" marT="43725" marB="43725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Employees or contractors misusing access privileges to compromise systems 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Bughio</a:t>
                      </a:r>
                      <a:r>
                        <a:rPr lang="en-US"/>
                        <a:t> et al., 2024)</a:t>
                      </a:r>
                      <a:r>
                        <a:rPr lang="en-US" sz="1800"/>
                        <a:t>.</a:t>
                      </a:r>
                      <a:endParaRPr lang="en-US" sz="1800" dirty="0"/>
                    </a:p>
                  </a:txBody>
                  <a:tcPr marL="87451" marR="87451" marT="43725" marB="43725" anchor="ctr"/>
                </a:tc>
                <a:extLst>
                  <a:ext uri="{0D108BD9-81ED-4DB2-BD59-A6C34878D82A}">
                    <a16:rowId xmlns:a16="http://schemas.microsoft.com/office/drawing/2014/main" val="2451970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5535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BC1DD-9F03-362B-EB5C-CF4590B8E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/>
              <a:t>Human Factors and Legacy Systems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36B7633-A133-4DB2-BEA2-E9B655C0A1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1876401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0345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B5AE8-32EA-5FE0-D49E-07FBC335C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/>
              <a:t>Compliance and Regulatory Challenges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716E16-ACC6-4B2C-D552-B96533D1F0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632227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217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D60D7-640B-C3B5-4997-7321A7926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/>
              <a:t>Security Solutions and AI Innovations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2B0423E-F6B2-A1DD-25CF-EB93DA03F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835337"/>
              </p:ext>
            </p:extLst>
          </p:nvPr>
        </p:nvGraphicFramePr>
        <p:xfrm>
          <a:off x="873887" y="1944235"/>
          <a:ext cx="10505186" cy="4228175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245914">
                  <a:extLst>
                    <a:ext uri="{9D8B030D-6E8A-4147-A177-3AD203B41FA5}">
                      <a16:colId xmlns:a16="http://schemas.microsoft.com/office/drawing/2014/main" val="3743953909"/>
                    </a:ext>
                  </a:extLst>
                </a:gridCol>
                <a:gridCol w="7259272">
                  <a:extLst>
                    <a:ext uri="{9D8B030D-6E8A-4147-A177-3AD203B41FA5}">
                      <a16:colId xmlns:a16="http://schemas.microsoft.com/office/drawing/2014/main" val="1050334961"/>
                    </a:ext>
                  </a:extLst>
                </a:gridCol>
              </a:tblGrid>
              <a:tr h="34980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Security Measure</a:t>
                      </a:r>
                      <a:endParaRPr lang="en-US" sz="2000" dirty="0"/>
                    </a:p>
                  </a:txBody>
                  <a:tcPr marL="87451" marR="87451" marT="43725" marB="43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Function</a:t>
                      </a:r>
                      <a:endParaRPr lang="en-US" sz="2000" dirty="0"/>
                    </a:p>
                  </a:txBody>
                  <a:tcPr marL="87451" marR="87451" marT="43725" marB="43725" anchor="ctr"/>
                </a:tc>
                <a:extLst>
                  <a:ext uri="{0D108BD9-81ED-4DB2-BD59-A6C34878D82A}">
                    <a16:rowId xmlns:a16="http://schemas.microsoft.com/office/drawing/2014/main" val="3812710088"/>
                  </a:ext>
                </a:extLst>
              </a:tr>
              <a:tr h="61215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Encryption</a:t>
                      </a:r>
                      <a:endParaRPr lang="en-US" sz="1600" dirty="0"/>
                    </a:p>
                  </a:txBody>
                  <a:tcPr marL="87451" marR="87451" marT="43725" marB="4372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Protects data by converting it into unreadable formats for </a:t>
                      </a:r>
                      <a:r>
                        <a:rPr lang="en-US" sz="1600" dirty="0" err="1"/>
                        <a:t>unauthorised</a:t>
                      </a:r>
                      <a:r>
                        <a:rPr lang="en-US" sz="1600" dirty="0"/>
                        <a:t> users.</a:t>
                      </a:r>
                    </a:p>
                  </a:txBody>
                  <a:tcPr marL="87451" marR="87451" marT="43725" marB="43725" anchor="ctr"/>
                </a:tc>
                <a:extLst>
                  <a:ext uri="{0D108BD9-81ED-4DB2-BD59-A6C34878D82A}">
                    <a16:rowId xmlns:a16="http://schemas.microsoft.com/office/drawing/2014/main" val="497236925"/>
                  </a:ext>
                </a:extLst>
              </a:tr>
              <a:tr h="61215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Network Segmentation</a:t>
                      </a:r>
                      <a:endParaRPr lang="en-US" sz="1600" dirty="0"/>
                    </a:p>
                  </a:txBody>
                  <a:tcPr marL="87451" marR="87451" marT="43725" marB="4372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Isolates critical systems to limit the spread of cyberattacks (</a:t>
                      </a:r>
                      <a:r>
                        <a:rPr lang="en-US" sz="1600" dirty="0" err="1"/>
                        <a:t>Mushtaq</a:t>
                      </a:r>
                      <a:r>
                        <a:rPr lang="en-US" sz="1600" dirty="0"/>
                        <a:t> et al., 2021).</a:t>
                      </a:r>
                    </a:p>
                  </a:txBody>
                  <a:tcPr marL="87451" marR="87451" marT="43725" marB="43725" anchor="ctr"/>
                </a:tc>
                <a:extLst>
                  <a:ext uri="{0D108BD9-81ED-4DB2-BD59-A6C34878D82A}">
                    <a16:rowId xmlns:a16="http://schemas.microsoft.com/office/drawing/2014/main" val="470587683"/>
                  </a:ext>
                </a:extLst>
              </a:tr>
              <a:tr h="61215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Multi-Factor Authentication</a:t>
                      </a:r>
                      <a:endParaRPr lang="en-US" sz="1600" dirty="0"/>
                    </a:p>
                  </a:txBody>
                  <a:tcPr marL="87451" marR="87451" marT="43725" marB="4372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Requires multiple verification steps for access, increasing login security.</a:t>
                      </a:r>
                    </a:p>
                  </a:txBody>
                  <a:tcPr marL="87451" marR="87451" marT="43725" marB="43725" anchor="ctr"/>
                </a:tc>
                <a:extLst>
                  <a:ext uri="{0D108BD9-81ED-4DB2-BD59-A6C34878D82A}">
                    <a16:rowId xmlns:a16="http://schemas.microsoft.com/office/drawing/2014/main" val="4281491826"/>
                  </a:ext>
                </a:extLst>
              </a:tr>
              <a:tr h="612154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Blockchain</a:t>
                      </a:r>
                      <a:endParaRPr lang="en-US" sz="1600"/>
                    </a:p>
                  </a:txBody>
                  <a:tcPr marL="87451" marR="87451" marT="43725" marB="4372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Provides immutable, secure records for medical data storage.</a:t>
                      </a:r>
                    </a:p>
                  </a:txBody>
                  <a:tcPr marL="87451" marR="87451" marT="43725" marB="43725" anchor="ctr"/>
                </a:tc>
                <a:extLst>
                  <a:ext uri="{0D108BD9-81ED-4DB2-BD59-A6C34878D82A}">
                    <a16:rowId xmlns:a16="http://schemas.microsoft.com/office/drawing/2014/main" val="3725097091"/>
                  </a:ext>
                </a:extLst>
              </a:tr>
              <a:tr h="61215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AI-Based Intrusion Detection</a:t>
                      </a:r>
                      <a:endParaRPr lang="en-US" sz="1600" dirty="0"/>
                    </a:p>
                  </a:txBody>
                  <a:tcPr marL="87451" marR="87451" marT="43725" marB="4372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Uses machine learning to identify and respond to threats in real time.</a:t>
                      </a:r>
                    </a:p>
                  </a:txBody>
                  <a:tcPr marL="87451" marR="87451" marT="43725" marB="43725" anchor="ctr"/>
                </a:tc>
                <a:extLst>
                  <a:ext uri="{0D108BD9-81ED-4DB2-BD59-A6C34878D82A}">
                    <a16:rowId xmlns:a16="http://schemas.microsoft.com/office/drawing/2014/main" val="1490249738"/>
                  </a:ext>
                </a:extLst>
              </a:tr>
              <a:tr h="385287"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Manickam (2022) </a:t>
                      </a:r>
                    </a:p>
                  </a:txBody>
                  <a:tcPr marL="87451" marR="87451" marT="43725" marB="437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600" b="0" dirty="0"/>
                        <a:t>Manickam (2022) highlights the role of AI in enhancing the security and functionality of IoMT devices, particularly in point-of-care healthcare systems.</a:t>
                      </a:r>
                    </a:p>
                  </a:txBody>
                  <a:tcPr marL="87451" marR="87451" marT="43725" marB="43725" anchor="ctr"/>
                </a:tc>
                <a:extLst>
                  <a:ext uri="{0D108BD9-81ED-4DB2-BD59-A6C34878D82A}">
                    <a16:rowId xmlns:a16="http://schemas.microsoft.com/office/drawing/2014/main" val="635256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4593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F7A17-4097-427E-1A96-5F689AF7A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/>
              <a:t>AI and Federated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79BBE-EC39-77D9-51B7-FDCEDEBF1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1845734"/>
            <a:ext cx="6598920" cy="4023360"/>
          </a:xfrm>
        </p:spPr>
        <p:txBody>
          <a:bodyPr anchor="ctr"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AI models detect threats in real time with minimal human intervention (Sadhu et al., 2022).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Federated learning allows secure, </a:t>
            </a:r>
            <a:r>
              <a:rPr lang="en-US" sz="1800" dirty="0" err="1"/>
              <a:t>decentralised</a:t>
            </a:r>
            <a:r>
              <a:rPr lang="en-US" sz="1800" dirty="0"/>
              <a:t> model training without exposing raw data.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Challenges include lack of model transparency and high computational demands (Shree et al., 2024).</a:t>
            </a:r>
          </a:p>
        </p:txBody>
      </p:sp>
      <p:pic>
        <p:nvPicPr>
          <p:cNvPr id="13314" name="Picture 2" descr="Federated Learning in AI: How It Works, Benefits and Challenges | Splunk">
            <a:extLst>
              <a:ext uri="{FF2B5EF4-FFF2-40B4-BE49-F238E27FC236}">
                <a16:creationId xmlns:a16="http://schemas.microsoft.com/office/drawing/2014/main" id="{F0CB4C46-B714-B367-2AD5-08DF7C4AB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9229" y="2469485"/>
            <a:ext cx="3176451" cy="3234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2010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943FA-DE6C-C1A7-CADC-779E6A388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/>
              <a:t>Implementation Challenges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1D57219-9E92-3A62-8189-BC59F95F7B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2356260"/>
              </p:ext>
            </p:extLst>
          </p:nvPr>
        </p:nvGraphicFramePr>
        <p:xfrm>
          <a:off x="1097280" y="1845733"/>
          <a:ext cx="10058400" cy="4424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773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82539-43A0-C5E9-2405-B2F43472F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/>
              <a:t>Critical Evaluation of Current Research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7A22CD3-809A-B99D-9F39-7672FA5211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1620631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5496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6A162-936C-C44F-D785-3A8766079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/>
              <a:t>Research Gaps and Future Directions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C610F91-8A2B-B26D-D4AE-F860F46A7E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508345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55532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A4B40-28B2-0BB6-66DC-73093C5AD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/>
              <a:t>Strategic Recommendations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FAD6588-EBB7-3CB2-DD12-EF89C57E35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1872399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1745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C949B-C5B6-4260-D0F2-C47010670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1" y="2286000"/>
            <a:ext cx="3200400" cy="2286000"/>
          </a:xfrm>
        </p:spPr>
        <p:txBody>
          <a:bodyPr anchor="ctr"/>
          <a:lstStyle/>
          <a:p>
            <a:pPr algn="ctr"/>
            <a:r>
              <a:rPr lang="en-US" sz="4400" b="1" i="1" dirty="0"/>
              <a:t>Conclusion</a:t>
            </a:r>
            <a:endParaRPr lang="en-US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4482A-B4D7-78A1-0418-00DF90DAC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IoMT significantly enhances healthcare delivery but introduces complex cybersecurity challenges.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Technologies like AI and blockchain offer potential solutions but face technical and ethical obstacles.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A collaborative, multi-stakeholder approach is essential to ensure safe, secure IoMT deployment.</a:t>
            </a:r>
          </a:p>
        </p:txBody>
      </p:sp>
    </p:spTree>
    <p:extLst>
      <p:ext uri="{BB962C8B-B14F-4D97-AF65-F5344CB8AC3E}">
        <p14:creationId xmlns:p14="http://schemas.microsoft.com/office/powerpoint/2010/main" val="1954006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DB331-089A-04F9-E07F-584E64B0A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7690EEE-6D65-9F14-6054-6D43B81A2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11873"/>
            <a:ext cx="10058400" cy="1450757"/>
          </a:xfrm>
        </p:spPr>
        <p:txBody>
          <a:bodyPr/>
          <a:lstStyle/>
          <a:p>
            <a:pPr algn="ctr"/>
            <a:r>
              <a:rPr lang="en-US" b="1" i="1" dirty="0"/>
              <a:t>References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C05E1F-088C-10B6-E87D-925A9272A260}"/>
              </a:ext>
            </a:extLst>
          </p:cNvPr>
          <p:cNvSpPr txBox="1"/>
          <p:nvPr/>
        </p:nvSpPr>
        <p:spPr>
          <a:xfrm>
            <a:off x="1097280" y="1828799"/>
            <a:ext cx="99974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E" sz="1200" dirty="0" err="1"/>
              <a:t>Algethami</a:t>
            </a:r>
            <a:r>
              <a:rPr lang="en-AE" sz="1200" dirty="0"/>
              <a:t>, S. A., &amp; </a:t>
            </a:r>
            <a:r>
              <a:rPr lang="en-AE" sz="1200" dirty="0" err="1"/>
              <a:t>Alshamrani</a:t>
            </a:r>
            <a:r>
              <a:rPr lang="en-AE" sz="1200" dirty="0"/>
              <a:t>, S. S. (2024). A deep learning-based framework for strengthening cybersecurity in Internet of Health Things (</a:t>
            </a:r>
            <a:r>
              <a:rPr lang="en-AE" sz="1200" dirty="0" err="1"/>
              <a:t>IoHT</a:t>
            </a:r>
            <a:r>
              <a:rPr lang="en-AE" sz="1200" dirty="0"/>
              <a:t>) environments. </a:t>
            </a:r>
            <a:r>
              <a:rPr lang="en-AE" sz="1200" i="1" dirty="0"/>
              <a:t>Applied Sciences, 14</a:t>
            </a:r>
            <a:r>
              <a:rPr lang="en-AE" sz="1200" dirty="0"/>
              <a:t>(11), 4729. </a:t>
            </a:r>
            <a:r>
              <a:rPr lang="en-US" sz="1200" dirty="0"/>
              <a:t>Available at: </a:t>
            </a:r>
            <a:r>
              <a:rPr lang="en-AE" sz="1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https://doi.org/10.3390/app14114729</a:t>
            </a:r>
            <a:r>
              <a:rPr lang="en-US" sz="1200" dirty="0"/>
              <a:t> (Accessed: 03 July 2025).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200" dirty="0"/>
          </a:p>
          <a:p>
            <a:pPr algn="just"/>
            <a:r>
              <a:rPr lang="en-AE" sz="1200" dirty="0"/>
              <a:t>Alhaj, T. A., Abdulla, S. M., </a:t>
            </a:r>
            <a:r>
              <a:rPr lang="en-AE" sz="1200" dirty="0" err="1"/>
              <a:t>Iderss</a:t>
            </a:r>
            <a:r>
              <a:rPr lang="en-AE" sz="1200" dirty="0"/>
              <a:t>, M. A. E., Ali, A. A. A., Elhaj, F. A., </a:t>
            </a:r>
            <a:r>
              <a:rPr lang="en-AE" sz="1200" dirty="0" err="1"/>
              <a:t>Remli</a:t>
            </a:r>
            <a:r>
              <a:rPr lang="en-AE" sz="1200" dirty="0"/>
              <a:t>, M. A., &amp; </a:t>
            </a:r>
            <a:r>
              <a:rPr lang="en-AE" sz="1200" dirty="0" err="1"/>
              <a:t>Gabralla</a:t>
            </a:r>
            <a:r>
              <a:rPr lang="en-AE" sz="1200" dirty="0"/>
              <a:t>, L. A. (2022). A survey: To govern, protect, and detect security principles on Internet of Medical Things (IoMT). </a:t>
            </a:r>
            <a:r>
              <a:rPr lang="en-AE" sz="1200" i="1" dirty="0"/>
              <a:t>IEEE Access, 10</a:t>
            </a:r>
            <a:r>
              <a:rPr lang="en-AE" sz="1200" dirty="0"/>
              <a:t>, 124777–124791. </a:t>
            </a:r>
            <a:r>
              <a:rPr lang="en-US" sz="1200" dirty="0"/>
              <a:t>Available at:</a:t>
            </a:r>
            <a:r>
              <a:rPr lang="en-AE" sz="12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2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https://ieeexplore.ieee.org/document/9964214</a:t>
            </a:r>
            <a:r>
              <a:rPr lang="en-US" sz="1200" dirty="0"/>
              <a:t> (Accessed: 03 July 2025).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200" dirty="0"/>
          </a:p>
          <a:p>
            <a:pPr algn="just"/>
            <a:r>
              <a:rPr lang="en-AE" sz="1200" dirty="0"/>
              <a:t>Bhukya, C. R., Thakur, P., </a:t>
            </a:r>
            <a:r>
              <a:rPr lang="en-AE" sz="1200" dirty="0" err="1"/>
              <a:t>Mudhivarthi</a:t>
            </a:r>
            <a:r>
              <a:rPr lang="en-AE" sz="1200" dirty="0"/>
              <a:t>, B. R., &amp; Singh, G. (2023). Cybersecurity in Internet of Medical Vehicles: State-of-the-art analysis, research challenges and future perspectives. </a:t>
            </a:r>
            <a:r>
              <a:rPr lang="en-AE" sz="1200" i="1" dirty="0"/>
              <a:t>Sensors, 23</a:t>
            </a:r>
            <a:r>
              <a:rPr lang="en-AE" sz="1200" dirty="0"/>
              <a:t>(19), 8107.</a:t>
            </a:r>
            <a:r>
              <a:rPr lang="en-US" sz="1200" dirty="0"/>
              <a:t> Available at: </a:t>
            </a:r>
            <a:r>
              <a:rPr lang="en-AE" sz="12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https://doi.org/10.3390/s23198107</a:t>
            </a:r>
            <a:r>
              <a:rPr lang="en-US" sz="1200" dirty="0"/>
              <a:t> (Accessed: 03 July 2025).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200" dirty="0"/>
          </a:p>
          <a:p>
            <a:pPr algn="just"/>
            <a:r>
              <a:rPr lang="en-AE" sz="1200" dirty="0"/>
              <a:t>Bhushan, B., Kumar, A., Agarwal, A. K., Kumar, A., Bhattacharya, P., &amp; Kumar, A. (2023). Towards a secure and sustainable Internet of Medical Things (IoMT): Requirements, design challenges, security techniques, and future trends. </a:t>
            </a:r>
            <a:r>
              <a:rPr lang="en-AE" sz="1200" i="1" dirty="0"/>
              <a:t>Sustainability, 15</a:t>
            </a:r>
            <a:r>
              <a:rPr lang="en-AE" sz="1200" dirty="0"/>
              <a:t>(7), 6177. </a:t>
            </a:r>
            <a:r>
              <a:rPr lang="en-US" sz="1200" dirty="0"/>
              <a:t>Available at: </a:t>
            </a:r>
            <a:r>
              <a:rPr lang="en-AE" sz="12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https://doi.org/10.3390/su15076177</a:t>
            </a:r>
            <a:r>
              <a:rPr lang="en-US" sz="1200" dirty="0"/>
              <a:t> (Accessed: 03 July 2025).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200" dirty="0"/>
          </a:p>
          <a:p>
            <a:pPr algn="just"/>
            <a:r>
              <a:rPr lang="en-AE" sz="1200" dirty="0"/>
              <a:t>Brown, S., </a:t>
            </a:r>
            <a:r>
              <a:rPr lang="en-AE" sz="1200" dirty="0" err="1"/>
              <a:t>Ruhwanya</a:t>
            </a:r>
            <a:r>
              <a:rPr lang="en-AE" sz="1200" dirty="0"/>
              <a:t>, Z., &amp; </a:t>
            </a:r>
            <a:r>
              <a:rPr lang="en-AE" sz="1200" dirty="0" err="1"/>
              <a:t>Pekane</a:t>
            </a:r>
            <a:r>
              <a:rPr lang="en-AE" sz="1200" dirty="0"/>
              <a:t>, A. (2023). Factors influencing Internet of Medical Things (IoMT) cybersecurity protective behaviours among healthcare workers. In </a:t>
            </a:r>
            <a:r>
              <a:rPr lang="en-AE" sz="1200" i="1" dirty="0"/>
              <a:t>International Symposium on Human Aspects of Information Security and Assurance</a:t>
            </a:r>
            <a:r>
              <a:rPr lang="en-AE" sz="1200" dirty="0"/>
              <a:t> (pp. 432–444). Springer. </a:t>
            </a:r>
            <a:r>
              <a:rPr lang="en-US" sz="1200" dirty="0"/>
              <a:t>Available at:</a:t>
            </a:r>
            <a:r>
              <a:rPr lang="en-AE" sz="12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https://doi.org/10.1007/978-3-031-38530-8_34</a:t>
            </a:r>
            <a:r>
              <a:rPr lang="en-US" sz="1200" dirty="0"/>
              <a:t> (Accessed: 04 July 2025).</a:t>
            </a:r>
          </a:p>
          <a:p>
            <a:pPr algn="just"/>
            <a:endParaRPr lang="en-US" sz="1200" dirty="0"/>
          </a:p>
          <a:p>
            <a:pPr algn="just"/>
            <a:r>
              <a:rPr lang="en-AE" sz="1200" dirty="0" err="1"/>
              <a:t>Bughio</a:t>
            </a:r>
            <a:r>
              <a:rPr lang="en-AE" sz="1200" dirty="0"/>
              <a:t>, K. S., Cook, D. M., &amp; Shah, S. A. A. (2024). Developing a novel ontology for cybersecurity in Internet of Medical Things-enabled remote patient monitoring. </a:t>
            </a:r>
            <a:r>
              <a:rPr lang="en-AE" sz="1200" i="1" dirty="0"/>
              <a:t>Sensors, 24</a:t>
            </a:r>
            <a:r>
              <a:rPr lang="en-AE" sz="1200" dirty="0"/>
              <a:t>(9), 2804.</a:t>
            </a:r>
            <a:r>
              <a:rPr lang="en-US" sz="1200" dirty="0"/>
              <a:t> Available at: </a:t>
            </a:r>
            <a:r>
              <a:rPr lang="en-AE" sz="1200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https://doi.org/10.3390/s24092804</a:t>
            </a:r>
            <a:r>
              <a:rPr lang="en-US" sz="1200" dirty="0"/>
              <a:t> (Accessed: 04 July 2025).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200" dirty="0"/>
          </a:p>
          <a:p>
            <a:pPr algn="just"/>
            <a:r>
              <a:rPr lang="en-AE" sz="1200" dirty="0"/>
              <a:t>El-Saleh, A. A., Sheikh, A. M., </a:t>
            </a:r>
            <a:r>
              <a:rPr lang="en-AE" sz="1200" dirty="0" err="1"/>
              <a:t>Albreem</a:t>
            </a:r>
            <a:r>
              <a:rPr lang="en-AE" sz="1200" dirty="0"/>
              <a:t>, M. A., &amp; </a:t>
            </a:r>
            <a:r>
              <a:rPr lang="en-AE" sz="1200" dirty="0" err="1"/>
              <a:t>Honnurvali</a:t>
            </a:r>
            <a:r>
              <a:rPr lang="en-AE" sz="1200" dirty="0"/>
              <a:t>, M. S. (2025). The Internet of Medical Things (IoMT): Opportunities and challenges. </a:t>
            </a:r>
            <a:r>
              <a:rPr lang="en-AE" sz="1200" i="1" dirty="0"/>
              <a:t>Wireless Networks, 31</a:t>
            </a:r>
            <a:r>
              <a:rPr lang="en-AE" sz="1200" dirty="0"/>
              <a:t>(1), 327–344. </a:t>
            </a:r>
            <a:r>
              <a:rPr lang="en-US" sz="1200" dirty="0"/>
              <a:t>Available at: </a:t>
            </a:r>
            <a:r>
              <a:rPr lang="en-AE" sz="1200" dirty="0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https://doi.org/10.1007/s11276-024-03764-8</a:t>
            </a:r>
            <a:r>
              <a:rPr lang="en-US" sz="1200" dirty="0"/>
              <a:t> (Accessed: 04 July 2025).</a:t>
            </a:r>
          </a:p>
          <a:p>
            <a:endParaRPr lang="en-AE" sz="1200" dirty="0"/>
          </a:p>
        </p:txBody>
      </p:sp>
    </p:spTree>
    <p:extLst>
      <p:ext uri="{BB962C8B-B14F-4D97-AF65-F5344CB8AC3E}">
        <p14:creationId xmlns:p14="http://schemas.microsoft.com/office/powerpoint/2010/main" val="2464524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1F599-0E69-1FEA-4096-29CFD7EFA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6E0C7B1-31B0-4796-D1E8-255CDDEB9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11873"/>
            <a:ext cx="10058400" cy="1450757"/>
          </a:xfrm>
        </p:spPr>
        <p:txBody>
          <a:bodyPr/>
          <a:lstStyle/>
          <a:p>
            <a:pPr algn="ctr"/>
            <a:r>
              <a:rPr lang="en-US" b="1" i="1" dirty="0"/>
              <a:t>References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1CB42-81A3-655B-CA74-54C75E587057}"/>
              </a:ext>
            </a:extLst>
          </p:cNvPr>
          <p:cNvSpPr txBox="1"/>
          <p:nvPr/>
        </p:nvSpPr>
        <p:spPr>
          <a:xfrm>
            <a:off x="1097280" y="1828799"/>
            <a:ext cx="999744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E" sz="1200" dirty="0"/>
              <a:t>Fahim-Ul-Islam, M., Chakrabarty, A., Alam, M. G. R., &amp; Maidin, S. S. (2025). A resource-efficient federated learning framework for intrusion detection in IoMT networks. </a:t>
            </a:r>
            <a:r>
              <a:rPr lang="en-AE" sz="1200" i="1" dirty="0"/>
              <a:t>IEEE Transactions on Consumer Electronics.</a:t>
            </a:r>
            <a:r>
              <a:rPr lang="en-AE" sz="1200" dirty="0"/>
              <a:t> Advance online publication. </a:t>
            </a:r>
            <a:r>
              <a:rPr lang="en-US" sz="1200" dirty="0"/>
              <a:t>Available at:</a:t>
            </a:r>
            <a:r>
              <a:rPr lang="en-AE" sz="12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https://doi.org/10.1109/TCE.2025.3544885</a:t>
            </a:r>
            <a:r>
              <a:rPr lang="en-US" sz="1200" dirty="0"/>
              <a:t> (Accessed: 04 July 2025).</a:t>
            </a:r>
          </a:p>
          <a:p>
            <a:pPr algn="just"/>
            <a:endParaRPr lang="en-US" sz="1200" dirty="0"/>
          </a:p>
          <a:p>
            <a:pPr algn="just"/>
            <a:r>
              <a:rPr lang="en-AE" sz="1200" dirty="0" err="1"/>
              <a:t>Guergov</a:t>
            </a:r>
            <a:r>
              <a:rPr lang="en-AE" sz="1200" dirty="0"/>
              <a:t>, S. (2022). Investigating E-Supply chain issues in Internet of Medical Things (IoMT): Evidence from the healthcare. </a:t>
            </a:r>
            <a:r>
              <a:rPr lang="en-AE" sz="1200" i="1" dirty="0"/>
              <a:t>International Journal of Computations, Information and Manufacturing (IJCIM), 2</a:t>
            </a:r>
            <a:r>
              <a:rPr lang="en-AE" sz="1200" dirty="0"/>
              <a:t>(2).</a:t>
            </a:r>
            <a:r>
              <a:rPr lang="en-US" sz="1200" dirty="0"/>
              <a:t> Available at: </a:t>
            </a:r>
            <a:r>
              <a:rPr lang="en-AE" sz="1200" u="sng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https://doi.org/10.54489/ijcim.v2i2.110</a:t>
            </a:r>
            <a:r>
              <a:rPr lang="en-US" sz="1200" dirty="0"/>
              <a:t> (Accessed: 04 July 2025).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200" dirty="0"/>
          </a:p>
          <a:p>
            <a:pPr algn="just"/>
            <a:r>
              <a:rPr lang="en-AE" sz="1200" dirty="0"/>
              <a:t>Manoharan, A., &amp; </a:t>
            </a:r>
            <a:r>
              <a:rPr lang="en-AE" sz="1200" dirty="0" err="1"/>
              <a:t>Thathan</a:t>
            </a:r>
            <a:r>
              <a:rPr lang="en-AE" sz="1200" dirty="0"/>
              <a:t>, M. (2024). Enhanced IoMT security framework using group teaching optimized auto-encoder for intrusion detection. </a:t>
            </a:r>
            <a:r>
              <a:rPr lang="en-AE" sz="1200" i="1" dirty="0"/>
              <a:t>Scientific Reports, 14</a:t>
            </a:r>
            <a:r>
              <a:rPr lang="en-AE" sz="1200" dirty="0"/>
              <a:t>, Article 80581. </a:t>
            </a:r>
            <a:r>
              <a:rPr lang="en-US" sz="1200" dirty="0"/>
              <a:t>Available at: </a:t>
            </a:r>
            <a:r>
              <a:rPr lang="en-AE" sz="1200" u="sng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https://doi.org/10.1038/s41598-024-80581-1</a:t>
            </a:r>
            <a:r>
              <a:rPr lang="en-US" sz="1200" dirty="0"/>
              <a:t> (Accessed: 04 July 2025).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200" dirty="0"/>
          </a:p>
          <a:p>
            <a:pPr algn="just"/>
            <a:r>
              <a:rPr lang="en-AE" sz="1200" dirty="0"/>
              <a:t>Mushtaq, M., Shah, M. A., &amp; Ghafoor, A. (2021). The Internet of Medical Things (IoMT): Security threats and issues affecting digital economy. In </a:t>
            </a:r>
            <a:r>
              <a:rPr lang="en-AE" sz="1200" i="1" dirty="0"/>
              <a:t>Competitive Advantage in the Digital Economy (CADE 2021)</a:t>
            </a:r>
            <a:r>
              <a:rPr lang="en-AE" sz="1200" dirty="0"/>
              <a:t> (Vol. 2021, pp. 137–142). IET.</a:t>
            </a:r>
            <a:r>
              <a:rPr lang="en-US" sz="1200" dirty="0"/>
              <a:t> Available at: </a:t>
            </a:r>
            <a:r>
              <a:rPr lang="en-AE" sz="1200" u="sng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https://doi.org/10.3390/fi17030107</a:t>
            </a:r>
            <a:r>
              <a:rPr lang="en-US" sz="1200" dirty="0"/>
              <a:t> (Accessed: 05 July 2025).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200" dirty="0"/>
          </a:p>
          <a:p>
            <a:pPr algn="just"/>
            <a:r>
              <a:rPr lang="en-AE" sz="1200" dirty="0"/>
              <a:t>Papaioannou, M., Karageorgou, M., Mantas, G., </a:t>
            </a:r>
            <a:r>
              <a:rPr lang="en-AE" sz="1200" dirty="0" err="1"/>
              <a:t>Sucasas</a:t>
            </a:r>
            <a:r>
              <a:rPr lang="en-AE" sz="1200" dirty="0"/>
              <a:t>, V., Essop, I., Rodriguez, J., &amp; </a:t>
            </a:r>
            <a:r>
              <a:rPr lang="en-AE" sz="1200" dirty="0" err="1"/>
              <a:t>Lymberopoulos</a:t>
            </a:r>
            <a:r>
              <a:rPr lang="en-AE" sz="1200" dirty="0"/>
              <a:t>, D. (2022). A survey on security threats and countermeasures in Internet of Medical Things (IoMT). </a:t>
            </a:r>
            <a:r>
              <a:rPr lang="en-AE" sz="1200" i="1" dirty="0"/>
              <a:t>Transactions on Emerging Telecommunications Technologies, 33</a:t>
            </a:r>
            <a:r>
              <a:rPr lang="en-AE" sz="1200" dirty="0"/>
              <a:t>(6), e4049.</a:t>
            </a:r>
            <a:r>
              <a:rPr lang="en-US" sz="1200" dirty="0"/>
              <a:t> Available at: </a:t>
            </a:r>
            <a:r>
              <a:rPr lang="en-AE" sz="1200" u="sng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https://doi.org/10.1002/ett.4049</a:t>
            </a:r>
            <a:r>
              <a:rPr lang="en-US" sz="1200" dirty="0"/>
              <a:t> (Accessed: 05 July 2025).</a:t>
            </a:r>
          </a:p>
          <a:p>
            <a:pPr algn="just"/>
            <a:endParaRPr lang="en-US" sz="1200" dirty="0"/>
          </a:p>
          <a:p>
            <a:pPr algn="just"/>
            <a:r>
              <a:rPr lang="en-AE" sz="1200" dirty="0"/>
              <a:t>Sadhu, P. K., </a:t>
            </a:r>
            <a:r>
              <a:rPr lang="en-AE" sz="1200" dirty="0" err="1"/>
              <a:t>Yanambaka</a:t>
            </a:r>
            <a:r>
              <a:rPr lang="en-AE" sz="1200" dirty="0"/>
              <a:t>, V. P., </a:t>
            </a:r>
            <a:r>
              <a:rPr lang="en-AE" sz="1200" dirty="0" err="1"/>
              <a:t>Abdelgawad</a:t>
            </a:r>
            <a:r>
              <a:rPr lang="en-AE" sz="1200" dirty="0"/>
              <a:t>, A., &amp; </a:t>
            </a:r>
            <a:r>
              <a:rPr lang="en-AE" sz="1200" dirty="0" err="1"/>
              <a:t>Yelamarthi</a:t>
            </a:r>
            <a:r>
              <a:rPr lang="en-AE" sz="1200" dirty="0"/>
              <a:t>, K. (2022). Prospect of Internet of Medical Things: A review on security requirements and solutions. </a:t>
            </a:r>
            <a:r>
              <a:rPr lang="en-AE" sz="1200" i="1" dirty="0"/>
              <a:t>Sensors, 22</a:t>
            </a:r>
            <a:r>
              <a:rPr lang="en-AE" sz="1200" dirty="0"/>
              <a:t>(15), 5517.</a:t>
            </a:r>
            <a:r>
              <a:rPr lang="en-US" sz="1200" dirty="0"/>
              <a:t> Available at: </a:t>
            </a:r>
            <a:r>
              <a:rPr lang="en-AE" sz="1200" u="sng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https://doi.org/10.3390/s22155517</a:t>
            </a:r>
            <a:r>
              <a:rPr lang="en-US" sz="1200" dirty="0"/>
              <a:t> (Accessed: 05 July 2025).</a:t>
            </a:r>
          </a:p>
          <a:p>
            <a:pPr algn="just"/>
            <a:endParaRPr lang="en-US" sz="1200" dirty="0"/>
          </a:p>
          <a:p>
            <a:pPr algn="just"/>
            <a:r>
              <a:rPr lang="en-AE" sz="1200" dirty="0"/>
              <a:t>Shafik, W. (2025). Artificial Intelligence-assisted Internet of Medical Things (</a:t>
            </a:r>
            <a:r>
              <a:rPr lang="en-AE" sz="1200" dirty="0" err="1"/>
              <a:t>AIoMTs</a:t>
            </a:r>
            <a:r>
              <a:rPr lang="en-AE" sz="1200" dirty="0"/>
              <a:t>) in sustainable healthcare ecosystem. In </a:t>
            </a:r>
            <a:r>
              <a:rPr lang="en-AE" sz="1200" i="1" dirty="0"/>
              <a:t>Sustainable Healthcare Systems</a:t>
            </a:r>
            <a:r>
              <a:rPr lang="en-AE" sz="1200" dirty="0"/>
              <a:t> (pp. 75–101).</a:t>
            </a:r>
            <a:r>
              <a:rPr lang="en-US" sz="1200" dirty="0"/>
              <a:t> Available at: </a:t>
            </a:r>
            <a:r>
              <a:rPr lang="en-AE" sz="1200" u="sng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https://doi.org/10.1002/9781394287024.ch3</a:t>
            </a:r>
            <a:r>
              <a:rPr lang="en-US" sz="1200" dirty="0"/>
              <a:t> (Accessed: 05 July 2025).</a:t>
            </a:r>
          </a:p>
          <a:p>
            <a:endParaRPr lang="en-AE" sz="1200" dirty="0"/>
          </a:p>
        </p:txBody>
      </p:sp>
    </p:spTree>
    <p:extLst>
      <p:ext uri="{BB962C8B-B14F-4D97-AF65-F5344CB8AC3E}">
        <p14:creationId xmlns:p14="http://schemas.microsoft.com/office/powerpoint/2010/main" val="243081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14CFD-DE54-3817-3847-1FA1D2213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C97D772-27CB-E82A-9F27-041778A2B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11873"/>
            <a:ext cx="10058400" cy="1450757"/>
          </a:xfrm>
        </p:spPr>
        <p:txBody>
          <a:bodyPr/>
          <a:lstStyle/>
          <a:p>
            <a:pPr algn="ctr"/>
            <a:r>
              <a:rPr lang="en-US" b="1" i="1" dirty="0"/>
              <a:t>References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0C72C1-51E6-F851-175D-FA78BD970A31}"/>
              </a:ext>
            </a:extLst>
          </p:cNvPr>
          <p:cNvSpPr txBox="1"/>
          <p:nvPr/>
        </p:nvSpPr>
        <p:spPr>
          <a:xfrm>
            <a:off x="1097280" y="1828799"/>
            <a:ext cx="999744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E" sz="1200" dirty="0"/>
              <a:t>Ree, S., Zhou, C., &amp; Barati, M. (2024). Data protection in Internet of Medical Things using blockchain and secret sharing method. </a:t>
            </a:r>
            <a:r>
              <a:rPr lang="en-AE" sz="1200" i="1" dirty="0"/>
              <a:t>Journal of Supercomputing, 80</a:t>
            </a:r>
            <a:r>
              <a:rPr lang="en-AE" sz="1200" dirty="0"/>
              <a:t>, 5108–5135. </a:t>
            </a:r>
            <a:r>
              <a:rPr lang="en-US" sz="1200" dirty="0"/>
              <a:t>Available at: </a:t>
            </a:r>
            <a:r>
              <a:rPr lang="en-AE" sz="12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https://doi.org/10.1007/s11227-023-05657-7</a:t>
            </a:r>
            <a:r>
              <a:rPr lang="en-US" sz="1200" dirty="0"/>
              <a:t> (Accessed: 05 July 2025).</a:t>
            </a:r>
          </a:p>
          <a:p>
            <a:pPr algn="just"/>
            <a:endParaRPr lang="en-US" sz="1200" dirty="0"/>
          </a:p>
          <a:p>
            <a:pPr algn="just"/>
            <a:r>
              <a:rPr lang="en-AE" sz="1200" dirty="0" err="1"/>
              <a:t>Svandova</a:t>
            </a:r>
            <a:r>
              <a:rPr lang="en-AE" sz="1200" dirty="0"/>
              <a:t>, K., &amp; Smutny, Z. (2024). Internet of Medical Things security frameworks for risk assessment and management: A scoping review. </a:t>
            </a:r>
            <a:r>
              <a:rPr lang="en-AE" sz="1200" i="1" dirty="0"/>
              <a:t>Journal of Multidisciplinary Healthcare</a:t>
            </a:r>
            <a:r>
              <a:rPr lang="en-AE" sz="1200" dirty="0"/>
              <a:t>, 2281–2301. </a:t>
            </a:r>
            <a:r>
              <a:rPr lang="en-US" sz="1200" dirty="0"/>
              <a:t>Available at: </a:t>
            </a:r>
            <a:r>
              <a:rPr lang="en-AE" sz="1200" u="sng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https://doi.org/10.2147/JMDH.S459987</a:t>
            </a:r>
            <a:r>
              <a:rPr lang="en-US" sz="1200" dirty="0"/>
              <a:t> (Accessed: 05 July 2025).</a:t>
            </a:r>
          </a:p>
          <a:p>
            <a:pPr algn="just"/>
            <a:endParaRPr lang="en-US" sz="1200" dirty="0"/>
          </a:p>
          <a:p>
            <a:pPr algn="just"/>
            <a:r>
              <a:rPr lang="en-AE" sz="1200" dirty="0" err="1"/>
              <a:t>Tarikere</a:t>
            </a:r>
            <a:r>
              <a:rPr lang="en-AE" sz="1200" dirty="0"/>
              <a:t>, S., Donner, I., &amp; Woods, D. (2021). Diagnosing a healthcare cybersecurity crisis: The impact of IoMT advancements and 5G. </a:t>
            </a:r>
            <a:r>
              <a:rPr lang="en-AE" sz="1200" i="1" dirty="0"/>
              <a:t>Business Horizons, 64</a:t>
            </a:r>
            <a:r>
              <a:rPr lang="en-AE" sz="1200" dirty="0"/>
              <a:t>(6), 799–807. </a:t>
            </a:r>
            <a:r>
              <a:rPr lang="en-US" sz="1200" dirty="0"/>
              <a:t>Available at: </a:t>
            </a:r>
            <a:r>
              <a:rPr lang="en-AE" sz="1200" u="sng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https://doi.org/10.1016/j.bushor.2021.07.015</a:t>
            </a:r>
            <a:r>
              <a:rPr lang="en-US" sz="1200" dirty="0"/>
              <a:t> (Accessed: 05 July 2025).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200" dirty="0"/>
          </a:p>
          <a:p>
            <a:pPr algn="just"/>
            <a:r>
              <a:rPr lang="en-AE" sz="1200" dirty="0"/>
              <a:t>Thomasian, N. M., &amp; </a:t>
            </a:r>
            <a:r>
              <a:rPr lang="en-AE" sz="1200" dirty="0" err="1"/>
              <a:t>Adashi</a:t>
            </a:r>
            <a:r>
              <a:rPr lang="en-AE" sz="1200" dirty="0"/>
              <a:t>, E. Y. (2021). Cybersecurity in the Internet of Medical Things. </a:t>
            </a:r>
            <a:r>
              <a:rPr lang="en-AE" sz="1200" i="1" dirty="0"/>
              <a:t>Health Policy and Technology, 10</a:t>
            </a:r>
            <a:r>
              <a:rPr lang="en-AE" sz="1200" dirty="0"/>
              <a:t>(3), 100549.</a:t>
            </a:r>
            <a:r>
              <a:rPr lang="en-US" sz="1200" dirty="0"/>
              <a:t> Available at: </a:t>
            </a:r>
            <a:r>
              <a:rPr lang="en-AE" sz="1200" u="sng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https://doi.org/10.1016/j.hlpt.2021.100549</a:t>
            </a:r>
            <a:r>
              <a:rPr lang="en-US" sz="1200" dirty="0"/>
              <a:t> (Accessed: 05 July 2025).</a:t>
            </a:r>
          </a:p>
          <a:p>
            <a:endParaRPr lang="en-US" sz="1200" dirty="0"/>
          </a:p>
          <a:p>
            <a:endParaRPr lang="en-AE" sz="1200" dirty="0"/>
          </a:p>
        </p:txBody>
      </p:sp>
    </p:spTree>
    <p:extLst>
      <p:ext uri="{BB962C8B-B14F-4D97-AF65-F5344CB8AC3E}">
        <p14:creationId xmlns:p14="http://schemas.microsoft.com/office/powerpoint/2010/main" val="269302342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175</TotalTime>
  <Words>2148</Words>
  <Application>Microsoft Office PowerPoint</Application>
  <PresentationFormat>Widescreen</PresentationFormat>
  <Paragraphs>141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Calibri</vt:lpstr>
      <vt:lpstr>Times New Roman</vt:lpstr>
      <vt:lpstr>Wingdings</vt:lpstr>
      <vt:lpstr>Retrospect</vt:lpstr>
      <vt:lpstr>Cybersecurity Threats in Internet of Medical Things (IoMT): Challenges and Responses in the Healthcare Sector</vt:lpstr>
      <vt:lpstr>Introduction</vt:lpstr>
      <vt:lpstr>Research Questions</vt:lpstr>
      <vt:lpstr>Methodology and Source Selection</vt:lpstr>
      <vt:lpstr>IoMT in Healthcare – An Overview</vt:lpstr>
      <vt:lpstr>Types of IoMT Devices and Applications</vt:lpstr>
      <vt:lpstr>Key Cybersecurity Threats</vt:lpstr>
      <vt:lpstr>Human Factors and Legacy Systems</vt:lpstr>
      <vt:lpstr>Compliance and Regulatory Challenges</vt:lpstr>
      <vt:lpstr>Security Solutions and AI Innovations</vt:lpstr>
      <vt:lpstr>AI and Federated Learning</vt:lpstr>
      <vt:lpstr>Implementation Challenges</vt:lpstr>
      <vt:lpstr>Critical Evaluation of Current Research</vt:lpstr>
      <vt:lpstr>Research Gaps and Future Directions</vt:lpstr>
      <vt:lpstr>Strategic Recommendations</vt:lpstr>
      <vt:lpstr>Conclusion</vt:lpstr>
      <vt:lpstr>References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Threats in Internet of Medical Things (IoMT): Challenges and Responses in the Healthcare Sector</dc:title>
  <dc:creator>Kinza Khan</dc:creator>
  <cp:lastModifiedBy>Fahad Saleh Murad Abdallah</cp:lastModifiedBy>
  <cp:revision>10</cp:revision>
  <dcterms:created xsi:type="dcterms:W3CDTF">2025-06-26T21:22:42Z</dcterms:created>
  <dcterms:modified xsi:type="dcterms:W3CDTF">2025-07-22T09:48:36Z</dcterms:modified>
</cp:coreProperties>
</file>